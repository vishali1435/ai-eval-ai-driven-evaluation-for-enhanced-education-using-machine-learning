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83E6C-9EC3-1DF6-3984-5730AB90F51B}" v="276" dt="2025-03-22T06:35:49.844"/>
    <p1510:client id="{72BC8609-C336-4F2F-83CD-2E576DFF7347}" v="242" dt="2025-03-20T16:36:21.137"/>
    <p1510:client id="{F4FB54C5-2022-3F96-7DFE-FD8061F6251B}" v="816" dt="2025-03-22T06:12:09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i Pandiri" userId="1909799fb30ec566" providerId="Windows Live" clId="Web-{F4FB54C5-2022-3F96-7DFE-FD8061F6251B}"/>
    <pc:docChg chg="addSld modSld">
      <pc:chgData name="Vishali Pandiri" userId="1909799fb30ec566" providerId="Windows Live" clId="Web-{F4FB54C5-2022-3F96-7DFE-FD8061F6251B}" dt="2025-03-22T06:12:09.418" v="813" actId="20577"/>
      <pc:docMkLst>
        <pc:docMk/>
      </pc:docMkLst>
      <pc:sldChg chg="modSp">
        <pc:chgData name="Vishali Pandiri" userId="1909799fb30ec566" providerId="Windows Live" clId="Web-{F4FB54C5-2022-3F96-7DFE-FD8061F6251B}" dt="2025-03-22T06:10:06.572" v="790" actId="20577"/>
        <pc:sldMkLst>
          <pc:docMk/>
          <pc:sldMk cId="2388638873" sldId="258"/>
        </pc:sldMkLst>
        <pc:spChg chg="mod">
          <ac:chgData name="Vishali Pandiri" userId="1909799fb30ec566" providerId="Windows Live" clId="Web-{F4FB54C5-2022-3F96-7DFE-FD8061F6251B}" dt="2025-03-22T06:10:06.572" v="790" actId="20577"/>
          <ac:spMkLst>
            <pc:docMk/>
            <pc:sldMk cId="2388638873" sldId="258"/>
            <ac:spMk id="3" creationId="{6C161EB1-49F0-9161-22FF-DF4467B14D51}"/>
          </ac:spMkLst>
        </pc:spChg>
      </pc:sldChg>
      <pc:sldChg chg="modSp">
        <pc:chgData name="Vishali Pandiri" userId="1909799fb30ec566" providerId="Windows Live" clId="Web-{F4FB54C5-2022-3F96-7DFE-FD8061F6251B}" dt="2025-03-22T06:12:09.418" v="813" actId="20577"/>
        <pc:sldMkLst>
          <pc:docMk/>
          <pc:sldMk cId="3243811156" sldId="259"/>
        </pc:sldMkLst>
        <pc:spChg chg="mod">
          <ac:chgData name="Vishali Pandiri" userId="1909799fb30ec566" providerId="Windows Live" clId="Web-{F4FB54C5-2022-3F96-7DFE-FD8061F6251B}" dt="2025-03-22T06:10:59.230" v="795" actId="20577"/>
          <ac:spMkLst>
            <pc:docMk/>
            <pc:sldMk cId="3243811156" sldId="259"/>
            <ac:spMk id="2" creationId="{5D36778F-F8B9-D2F3-00D6-7B73BC4355A4}"/>
          </ac:spMkLst>
        </pc:spChg>
        <pc:spChg chg="mod">
          <ac:chgData name="Vishali Pandiri" userId="1909799fb30ec566" providerId="Windows Live" clId="Web-{F4FB54C5-2022-3F96-7DFE-FD8061F6251B}" dt="2025-03-22T06:12:09.418" v="813" actId="20577"/>
          <ac:spMkLst>
            <pc:docMk/>
            <pc:sldMk cId="3243811156" sldId="259"/>
            <ac:spMk id="3" creationId="{AA356127-C116-5781-DA5E-2A3C43134039}"/>
          </ac:spMkLst>
        </pc:spChg>
      </pc:sldChg>
      <pc:sldChg chg="modSp new">
        <pc:chgData name="Vishali Pandiri" userId="1909799fb30ec566" providerId="Windows Live" clId="Web-{F4FB54C5-2022-3F96-7DFE-FD8061F6251B}" dt="2025-03-22T04:34:43.365" v="71" actId="20577"/>
        <pc:sldMkLst>
          <pc:docMk/>
          <pc:sldMk cId="1124722232" sldId="260"/>
        </pc:sldMkLst>
        <pc:spChg chg="mod">
          <ac:chgData name="Vishali Pandiri" userId="1909799fb30ec566" providerId="Windows Live" clId="Web-{F4FB54C5-2022-3F96-7DFE-FD8061F6251B}" dt="2025-03-22T04:25:01.856" v="49" actId="20577"/>
          <ac:spMkLst>
            <pc:docMk/>
            <pc:sldMk cId="1124722232" sldId="260"/>
            <ac:spMk id="2" creationId="{21D121A2-A44D-A8EB-1250-DAA48B26B032}"/>
          </ac:spMkLst>
        </pc:spChg>
        <pc:spChg chg="mod">
          <ac:chgData name="Vishali Pandiri" userId="1909799fb30ec566" providerId="Windows Live" clId="Web-{F4FB54C5-2022-3F96-7DFE-FD8061F6251B}" dt="2025-03-22T04:34:43.365" v="71" actId="20577"/>
          <ac:spMkLst>
            <pc:docMk/>
            <pc:sldMk cId="1124722232" sldId="260"/>
            <ac:spMk id="3" creationId="{2026A701-CD03-B3FB-2F23-7CB6337BF8B3}"/>
          </ac:spMkLst>
        </pc:spChg>
      </pc:sldChg>
      <pc:sldChg chg="modSp new">
        <pc:chgData name="Vishali Pandiri" userId="1909799fb30ec566" providerId="Windows Live" clId="Web-{F4FB54C5-2022-3F96-7DFE-FD8061F6251B}" dt="2025-03-22T04:50:14.696" v="103" actId="20577"/>
        <pc:sldMkLst>
          <pc:docMk/>
          <pc:sldMk cId="1206883312" sldId="261"/>
        </pc:sldMkLst>
        <pc:spChg chg="mod">
          <ac:chgData name="Vishali Pandiri" userId="1909799fb30ec566" providerId="Windows Live" clId="Web-{F4FB54C5-2022-3F96-7DFE-FD8061F6251B}" dt="2025-03-22T04:35:12.834" v="72" actId="20577"/>
          <ac:spMkLst>
            <pc:docMk/>
            <pc:sldMk cId="1206883312" sldId="261"/>
            <ac:spMk id="2" creationId="{0BA900B4-4D75-7FDA-3F33-37EF78EAD87E}"/>
          </ac:spMkLst>
        </pc:spChg>
        <pc:spChg chg="mod">
          <ac:chgData name="Vishali Pandiri" userId="1909799fb30ec566" providerId="Windows Live" clId="Web-{F4FB54C5-2022-3F96-7DFE-FD8061F6251B}" dt="2025-03-22T04:50:14.696" v="103" actId="20577"/>
          <ac:spMkLst>
            <pc:docMk/>
            <pc:sldMk cId="1206883312" sldId="261"/>
            <ac:spMk id="3" creationId="{31611B88-8AD6-87A8-A0C0-C591F3C42C2A}"/>
          </ac:spMkLst>
        </pc:spChg>
      </pc:sldChg>
      <pc:sldChg chg="modSp new">
        <pc:chgData name="Vishali Pandiri" userId="1909799fb30ec566" providerId="Windows Live" clId="Web-{F4FB54C5-2022-3F96-7DFE-FD8061F6251B}" dt="2025-03-22T05:08:18.827" v="241" actId="20577"/>
        <pc:sldMkLst>
          <pc:docMk/>
          <pc:sldMk cId="2814370275" sldId="262"/>
        </pc:sldMkLst>
        <pc:spChg chg="mod">
          <ac:chgData name="Vishali Pandiri" userId="1909799fb30ec566" providerId="Windows Live" clId="Web-{F4FB54C5-2022-3F96-7DFE-FD8061F6251B}" dt="2025-03-22T05:08:18.827" v="241" actId="20577"/>
          <ac:spMkLst>
            <pc:docMk/>
            <pc:sldMk cId="2814370275" sldId="262"/>
            <ac:spMk id="2" creationId="{9FEF4E45-EED3-1DE4-2F69-CE2AB267716C}"/>
          </ac:spMkLst>
        </pc:spChg>
        <pc:spChg chg="mod">
          <ac:chgData name="Vishali Pandiri" userId="1909799fb30ec566" providerId="Windows Live" clId="Web-{F4FB54C5-2022-3F96-7DFE-FD8061F6251B}" dt="2025-03-22T05:07:53.686" v="240" actId="20577"/>
          <ac:spMkLst>
            <pc:docMk/>
            <pc:sldMk cId="2814370275" sldId="262"/>
            <ac:spMk id="3" creationId="{FFC22946-C1B2-19DE-EC21-038C1840B2ED}"/>
          </ac:spMkLst>
        </pc:spChg>
      </pc:sldChg>
      <pc:sldChg chg="modSp new">
        <pc:chgData name="Vishali Pandiri" userId="1909799fb30ec566" providerId="Windows Live" clId="Web-{F4FB54C5-2022-3F96-7DFE-FD8061F6251B}" dt="2025-03-22T06:08:50.556" v="781" actId="20577"/>
        <pc:sldMkLst>
          <pc:docMk/>
          <pc:sldMk cId="1698587966" sldId="263"/>
        </pc:sldMkLst>
        <pc:spChg chg="mod">
          <ac:chgData name="Vishali Pandiri" userId="1909799fb30ec566" providerId="Windows Live" clId="Web-{F4FB54C5-2022-3F96-7DFE-FD8061F6251B}" dt="2025-03-22T06:08:24.071" v="778" actId="20577"/>
          <ac:spMkLst>
            <pc:docMk/>
            <pc:sldMk cId="1698587966" sldId="263"/>
            <ac:spMk id="2" creationId="{22BA0DEF-C61E-C3F5-466E-422A9806A120}"/>
          </ac:spMkLst>
        </pc:spChg>
        <pc:spChg chg="mod">
          <ac:chgData name="Vishali Pandiri" userId="1909799fb30ec566" providerId="Windows Live" clId="Web-{F4FB54C5-2022-3F96-7DFE-FD8061F6251B}" dt="2025-03-22T06:08:50.556" v="781" actId="20577"/>
          <ac:spMkLst>
            <pc:docMk/>
            <pc:sldMk cId="1698587966" sldId="263"/>
            <ac:spMk id="3" creationId="{887EB3DE-F11E-5087-D511-2D233D95C03E}"/>
          </ac:spMkLst>
        </pc:spChg>
      </pc:sldChg>
      <pc:sldChg chg="modSp new">
        <pc:chgData name="Vishali Pandiri" userId="1909799fb30ec566" providerId="Windows Live" clId="Web-{F4FB54C5-2022-3F96-7DFE-FD8061F6251B}" dt="2025-03-22T06:08:06.977" v="774" actId="1076"/>
        <pc:sldMkLst>
          <pc:docMk/>
          <pc:sldMk cId="1932203531" sldId="264"/>
        </pc:sldMkLst>
        <pc:spChg chg="mod">
          <ac:chgData name="Vishali Pandiri" userId="1909799fb30ec566" providerId="Windows Live" clId="Web-{F4FB54C5-2022-3F96-7DFE-FD8061F6251B}" dt="2025-03-22T06:08:00.320" v="773" actId="20577"/>
          <ac:spMkLst>
            <pc:docMk/>
            <pc:sldMk cId="1932203531" sldId="264"/>
            <ac:spMk id="2" creationId="{6B3F50FB-D19B-AB44-76FB-697C01FDFEF1}"/>
          </ac:spMkLst>
        </pc:spChg>
        <pc:spChg chg="mod">
          <ac:chgData name="Vishali Pandiri" userId="1909799fb30ec566" providerId="Windows Live" clId="Web-{F4FB54C5-2022-3F96-7DFE-FD8061F6251B}" dt="2025-03-22T06:08:06.977" v="774" actId="1076"/>
          <ac:spMkLst>
            <pc:docMk/>
            <pc:sldMk cId="1932203531" sldId="264"/>
            <ac:spMk id="3" creationId="{07200E14-8376-F2E1-ACA1-750F0868094A}"/>
          </ac:spMkLst>
        </pc:spChg>
      </pc:sldChg>
      <pc:sldChg chg="modSp new">
        <pc:chgData name="Vishali Pandiri" userId="1909799fb30ec566" providerId="Windows Live" clId="Web-{F4FB54C5-2022-3F96-7DFE-FD8061F6251B}" dt="2025-03-22T05:50:55.945" v="598" actId="20577"/>
        <pc:sldMkLst>
          <pc:docMk/>
          <pc:sldMk cId="1516187146" sldId="265"/>
        </pc:sldMkLst>
        <pc:spChg chg="mod">
          <ac:chgData name="Vishali Pandiri" userId="1909799fb30ec566" providerId="Windows Live" clId="Web-{F4FB54C5-2022-3F96-7DFE-FD8061F6251B}" dt="2025-03-22T04:26:27.998" v="60" actId="20577"/>
          <ac:spMkLst>
            <pc:docMk/>
            <pc:sldMk cId="1516187146" sldId="265"/>
            <ac:spMk id="2" creationId="{FC5A28C4-15AD-CB8D-8075-9EACC7858405}"/>
          </ac:spMkLst>
        </pc:spChg>
        <pc:spChg chg="mod">
          <ac:chgData name="Vishali Pandiri" userId="1909799fb30ec566" providerId="Windows Live" clId="Web-{F4FB54C5-2022-3F96-7DFE-FD8061F6251B}" dt="2025-03-22T05:50:55.945" v="598" actId="20577"/>
          <ac:spMkLst>
            <pc:docMk/>
            <pc:sldMk cId="1516187146" sldId="265"/>
            <ac:spMk id="3" creationId="{29AA5534-2E47-E03E-1E0D-CCC9E87B2DC5}"/>
          </ac:spMkLst>
        </pc:spChg>
      </pc:sldChg>
      <pc:sldChg chg="addSp delSp modSp new">
        <pc:chgData name="Vishali Pandiri" userId="1909799fb30ec566" providerId="Windows Live" clId="Web-{F4FB54C5-2022-3F96-7DFE-FD8061F6251B}" dt="2025-03-22T05:57:56.827" v="621" actId="20577"/>
        <pc:sldMkLst>
          <pc:docMk/>
          <pc:sldMk cId="3259971848" sldId="266"/>
        </pc:sldMkLst>
        <pc:spChg chg="mod">
          <ac:chgData name="Vishali Pandiri" userId="1909799fb30ec566" providerId="Windows Live" clId="Web-{F4FB54C5-2022-3F96-7DFE-FD8061F6251B}" dt="2025-03-22T05:57:56.827" v="621" actId="20577"/>
          <ac:spMkLst>
            <pc:docMk/>
            <pc:sldMk cId="3259971848" sldId="266"/>
            <ac:spMk id="2" creationId="{C7A03C6F-C36A-9E84-861C-8354A3ED36EC}"/>
          </ac:spMkLst>
        </pc:spChg>
        <pc:spChg chg="del">
          <ac:chgData name="Vishali Pandiri" userId="1909799fb30ec566" providerId="Windows Live" clId="Web-{F4FB54C5-2022-3F96-7DFE-FD8061F6251B}" dt="2025-03-22T05:52:24.056" v="600"/>
          <ac:spMkLst>
            <pc:docMk/>
            <pc:sldMk cId="3259971848" sldId="266"/>
            <ac:spMk id="3" creationId="{3A7731F8-B0B6-462C-1991-F2D8588247DE}"/>
          </ac:spMkLst>
        </pc:spChg>
        <pc:spChg chg="add mod">
          <ac:chgData name="Vishali Pandiri" userId="1909799fb30ec566" providerId="Windows Live" clId="Web-{F4FB54C5-2022-3F96-7DFE-FD8061F6251B}" dt="2025-03-22T05:55:46.028" v="611" actId="1076"/>
          <ac:spMkLst>
            <pc:docMk/>
            <pc:sldMk cId="3259971848" sldId="266"/>
            <ac:spMk id="5" creationId="{5E48DF8B-B953-75D3-06B7-527C99D7714E}"/>
          </ac:spMkLst>
        </pc:spChg>
        <pc:spChg chg="add mod">
          <ac:chgData name="Vishali Pandiri" userId="1909799fb30ec566" providerId="Windows Live" clId="Web-{F4FB54C5-2022-3F96-7DFE-FD8061F6251B}" dt="2025-03-22T05:57:13.092" v="620" actId="1076"/>
          <ac:spMkLst>
            <pc:docMk/>
            <pc:sldMk cId="3259971848" sldId="266"/>
            <ac:spMk id="7" creationId="{0DE4B9BE-43C6-6534-19B1-2393DA729A66}"/>
          </ac:spMkLst>
        </pc:spChg>
        <pc:picChg chg="add mod ord">
          <ac:chgData name="Vishali Pandiri" userId="1909799fb30ec566" providerId="Windows Live" clId="Web-{F4FB54C5-2022-3F96-7DFE-FD8061F6251B}" dt="2025-03-22T05:55:39.184" v="610" actId="1076"/>
          <ac:picMkLst>
            <pc:docMk/>
            <pc:sldMk cId="3259971848" sldId="266"/>
            <ac:picMk id="4" creationId="{1A799041-950D-691B-40E2-66E825D9A237}"/>
          </ac:picMkLst>
        </pc:picChg>
        <pc:picChg chg="add mod">
          <ac:chgData name="Vishali Pandiri" userId="1909799fb30ec566" providerId="Windows Live" clId="Web-{F4FB54C5-2022-3F96-7DFE-FD8061F6251B}" dt="2025-03-22T05:56:35.669" v="616" actId="14100"/>
          <ac:picMkLst>
            <pc:docMk/>
            <pc:sldMk cId="3259971848" sldId="266"/>
            <ac:picMk id="6" creationId="{EC3B0B76-FD3D-27A9-9E6E-D1370B10F71F}"/>
          </ac:picMkLst>
        </pc:picChg>
      </pc:sldChg>
      <pc:sldChg chg="modSp new">
        <pc:chgData name="Vishali Pandiri" userId="1909799fb30ec566" providerId="Windows Live" clId="Web-{F4FB54C5-2022-3F96-7DFE-FD8061F6251B}" dt="2025-03-22T04:43:37.065" v="85" actId="20577"/>
        <pc:sldMkLst>
          <pc:docMk/>
          <pc:sldMk cId="1074306745" sldId="267"/>
        </pc:sldMkLst>
        <pc:spChg chg="mod">
          <ac:chgData name="Vishali Pandiri" userId="1909799fb30ec566" providerId="Windows Live" clId="Web-{F4FB54C5-2022-3F96-7DFE-FD8061F6251B}" dt="2025-03-22T04:43:37.065" v="85" actId="20577"/>
          <ac:spMkLst>
            <pc:docMk/>
            <pc:sldMk cId="1074306745" sldId="267"/>
            <ac:spMk id="2" creationId="{AA75BE3E-C7E8-A060-BF3E-F1B2A948F0E3}"/>
          </ac:spMkLst>
        </pc:spChg>
        <pc:spChg chg="mod">
          <ac:chgData name="Vishali Pandiri" userId="1909799fb30ec566" providerId="Windows Live" clId="Web-{F4FB54C5-2022-3F96-7DFE-FD8061F6251B}" dt="2025-03-22T04:43:31.440" v="84" actId="20577"/>
          <ac:spMkLst>
            <pc:docMk/>
            <pc:sldMk cId="1074306745" sldId="267"/>
            <ac:spMk id="3" creationId="{3653128C-6B73-32CF-095A-027B43EBB8DE}"/>
          </ac:spMkLst>
        </pc:spChg>
      </pc:sldChg>
      <pc:sldChg chg="addSp delSp modSp new">
        <pc:chgData name="Vishali Pandiri" userId="1909799fb30ec566" providerId="Windows Live" clId="Web-{F4FB54C5-2022-3F96-7DFE-FD8061F6251B}" dt="2025-03-22T06:01:53.799" v="656"/>
        <pc:sldMkLst>
          <pc:docMk/>
          <pc:sldMk cId="2749430559" sldId="268"/>
        </pc:sldMkLst>
        <pc:spChg chg="mod">
          <ac:chgData name="Vishali Pandiri" userId="1909799fb30ec566" providerId="Windows Live" clId="Web-{F4FB54C5-2022-3F96-7DFE-FD8061F6251B}" dt="2025-03-22T05:58:03.436" v="622" actId="20577"/>
          <ac:spMkLst>
            <pc:docMk/>
            <pc:sldMk cId="2749430559" sldId="268"/>
            <ac:spMk id="2" creationId="{2A5D996E-3BF7-7D66-568C-697E7DB3AE4A}"/>
          </ac:spMkLst>
        </pc:spChg>
        <pc:spChg chg="add mod">
          <ac:chgData name="Vishali Pandiri" userId="1909799fb30ec566" providerId="Windows Live" clId="Web-{F4FB54C5-2022-3F96-7DFE-FD8061F6251B}" dt="2025-03-22T05:58:36.374" v="634" actId="20577"/>
          <ac:spMkLst>
            <pc:docMk/>
            <pc:sldMk cId="2749430559" sldId="268"/>
            <ac:spMk id="3" creationId="{CCC11E4E-FDDB-B26D-CBDC-389061B36195}"/>
          </ac:spMkLst>
        </pc:spChg>
        <pc:spChg chg="add del">
          <ac:chgData name="Vishali Pandiri" userId="1909799fb30ec566" providerId="Windows Live" clId="Web-{F4FB54C5-2022-3F96-7DFE-FD8061F6251B}" dt="2025-03-22T06:00:10.610" v="645"/>
          <ac:spMkLst>
            <pc:docMk/>
            <pc:sldMk cId="2749430559" sldId="268"/>
            <ac:spMk id="6" creationId="{565514D4-4FC6-F562-6243-F8B8B5BB550F}"/>
          </ac:spMkLst>
        </pc:spChg>
        <pc:spChg chg="add mod">
          <ac:chgData name="Vishali Pandiri" userId="1909799fb30ec566" providerId="Windows Live" clId="Web-{F4FB54C5-2022-3F96-7DFE-FD8061F6251B}" dt="2025-03-22T06:01:09.267" v="654" actId="1076"/>
          <ac:spMkLst>
            <pc:docMk/>
            <pc:sldMk cId="2749430559" sldId="268"/>
            <ac:spMk id="7" creationId="{FD074414-900C-B513-1577-749CA5556FFA}"/>
          </ac:spMkLst>
        </pc:spChg>
        <pc:spChg chg="add mod">
          <ac:chgData name="Vishali Pandiri" userId="1909799fb30ec566" providerId="Windows Live" clId="Web-{F4FB54C5-2022-3F96-7DFE-FD8061F6251B}" dt="2025-03-22T06:00:59.001" v="653" actId="1076"/>
          <ac:spMkLst>
            <pc:docMk/>
            <pc:sldMk cId="2749430559" sldId="268"/>
            <ac:spMk id="8" creationId="{1D00ED65-E13C-B8E3-F369-0B7607FB5315}"/>
          </ac:spMkLst>
        </pc:spChg>
        <pc:picChg chg="add mod">
          <ac:chgData name="Vishali Pandiri" userId="1909799fb30ec566" providerId="Windows Live" clId="Web-{F4FB54C5-2022-3F96-7DFE-FD8061F6251B}" dt="2025-03-22T06:01:53.799" v="656"/>
          <ac:picMkLst>
            <pc:docMk/>
            <pc:sldMk cId="2749430559" sldId="268"/>
            <ac:picMk id="4" creationId="{C45EAE4C-647E-003C-6359-43C1E4D7DBD0}"/>
          </ac:picMkLst>
        </pc:picChg>
        <pc:picChg chg="add mod">
          <ac:chgData name="Vishali Pandiri" userId="1909799fb30ec566" providerId="Windows Live" clId="Web-{F4FB54C5-2022-3F96-7DFE-FD8061F6251B}" dt="2025-03-22T05:59:48.125" v="643" actId="1076"/>
          <ac:picMkLst>
            <pc:docMk/>
            <pc:sldMk cId="2749430559" sldId="268"/>
            <ac:picMk id="5" creationId="{22DF103A-91DC-9D30-E980-405E7E48915D}"/>
          </ac:picMkLst>
        </pc:picChg>
      </pc:sldChg>
    </pc:docChg>
  </pc:docChgLst>
  <pc:docChgLst>
    <pc:chgData name="Vishali Pandiri" userId="1909799fb30ec566" providerId="LiveId" clId="{A4BCDE76-9FF0-4556-8A22-CB9FBD7549A9}"/>
    <pc:docChg chg="modSld">
      <pc:chgData name="Vishali Pandiri" userId="1909799fb30ec566" providerId="LiveId" clId="{A4BCDE76-9FF0-4556-8A22-CB9FBD7549A9}" dt="2025-03-21T12:37:00.496" v="6" actId="5793"/>
      <pc:docMkLst>
        <pc:docMk/>
      </pc:docMkLst>
      <pc:sldChg chg="modSp mod">
        <pc:chgData name="Vishali Pandiri" userId="1909799fb30ec566" providerId="LiveId" clId="{A4BCDE76-9FF0-4556-8A22-CB9FBD7549A9}" dt="2025-03-21T12:37:00.496" v="6" actId="5793"/>
        <pc:sldMkLst>
          <pc:docMk/>
          <pc:sldMk cId="3243811156" sldId="259"/>
        </pc:sldMkLst>
        <pc:spChg chg="mod">
          <ac:chgData name="Vishali Pandiri" userId="1909799fb30ec566" providerId="LiveId" clId="{A4BCDE76-9FF0-4556-8A22-CB9FBD7549A9}" dt="2025-03-21T12:37:00.496" v="6" actId="5793"/>
          <ac:spMkLst>
            <pc:docMk/>
            <pc:sldMk cId="3243811156" sldId="259"/>
            <ac:spMk id="3" creationId="{AA356127-C116-5781-DA5E-2A3C43134039}"/>
          </ac:spMkLst>
        </pc:spChg>
      </pc:sldChg>
    </pc:docChg>
  </pc:docChgLst>
  <pc:docChgLst>
    <pc:chgData name="Vishali Pandiri" userId="1909799fb30ec566" providerId="Windows Live" clId="Web-{4C583E6C-9EC3-1DF6-3984-5730AB90F51B}"/>
    <pc:docChg chg="modSld sldOrd">
      <pc:chgData name="Vishali Pandiri" userId="1909799fb30ec566" providerId="Windows Live" clId="Web-{4C583E6C-9EC3-1DF6-3984-5730AB90F51B}" dt="2025-03-22T06:35:49.844" v="204" actId="14100"/>
      <pc:docMkLst>
        <pc:docMk/>
      </pc:docMkLst>
      <pc:sldChg chg="modSp">
        <pc:chgData name="Vishali Pandiri" userId="1909799fb30ec566" providerId="Windows Live" clId="Web-{4C583E6C-9EC3-1DF6-3984-5730AB90F51B}" dt="2025-03-22T06:29:45.997" v="178" actId="20577"/>
        <pc:sldMkLst>
          <pc:docMk/>
          <pc:sldMk cId="109857222" sldId="256"/>
        </pc:sldMkLst>
        <pc:spChg chg="mod">
          <ac:chgData name="Vishali Pandiri" userId="1909799fb30ec566" providerId="Windows Live" clId="Web-{4C583E6C-9EC3-1DF6-3984-5730AB90F51B}" dt="2025-03-22T06:29:45.997" v="178" actId="20577"/>
          <ac:spMkLst>
            <pc:docMk/>
            <pc:sldMk cId="109857222" sldId="256"/>
            <ac:spMk id="10" creationId="{7066A200-9B7D-E7B0-4F49-C56421449A11}"/>
          </ac:spMkLst>
        </pc:spChg>
      </pc:sldChg>
      <pc:sldChg chg="addSp modSp">
        <pc:chgData name="Vishali Pandiri" userId="1909799fb30ec566" providerId="Windows Live" clId="Web-{4C583E6C-9EC3-1DF6-3984-5730AB90F51B}" dt="2025-03-22T06:33:28.728" v="180" actId="1076"/>
        <pc:sldMkLst>
          <pc:docMk/>
          <pc:sldMk cId="2388638873" sldId="258"/>
        </pc:sldMkLst>
        <pc:picChg chg="add mod">
          <ac:chgData name="Vishali Pandiri" userId="1909799fb30ec566" providerId="Windows Live" clId="Web-{4C583E6C-9EC3-1DF6-3984-5730AB90F51B}" dt="2025-03-22T06:33:28.728" v="180" actId="1076"/>
          <ac:picMkLst>
            <pc:docMk/>
            <pc:sldMk cId="2388638873" sldId="258"/>
            <ac:picMk id="4" creationId="{755E2092-94FC-7A11-E2D7-FBB8D1F5F77D}"/>
          </ac:picMkLst>
        </pc:picChg>
      </pc:sldChg>
      <pc:sldChg chg="addSp modSp">
        <pc:chgData name="Vishali Pandiri" userId="1909799fb30ec566" providerId="Windows Live" clId="Web-{4C583E6C-9EC3-1DF6-3984-5730AB90F51B}" dt="2025-03-22T06:33:44.885" v="182" actId="14100"/>
        <pc:sldMkLst>
          <pc:docMk/>
          <pc:sldMk cId="3243811156" sldId="259"/>
        </pc:sldMkLst>
        <pc:picChg chg="add mod">
          <ac:chgData name="Vishali Pandiri" userId="1909799fb30ec566" providerId="Windows Live" clId="Web-{4C583E6C-9EC3-1DF6-3984-5730AB90F51B}" dt="2025-03-22T06:33:44.885" v="182" actId="14100"/>
          <ac:picMkLst>
            <pc:docMk/>
            <pc:sldMk cId="3243811156" sldId="259"/>
            <ac:picMk id="5" creationId="{A7CBB2C9-8EAA-4B92-5B3F-5EFD685CACE2}"/>
          </ac:picMkLst>
        </pc:picChg>
      </pc:sldChg>
      <pc:sldChg chg="addSp modSp">
        <pc:chgData name="Vishali Pandiri" userId="1909799fb30ec566" providerId="Windows Live" clId="Web-{4C583E6C-9EC3-1DF6-3984-5730AB90F51B}" dt="2025-03-22T06:33:56.651" v="184" actId="14100"/>
        <pc:sldMkLst>
          <pc:docMk/>
          <pc:sldMk cId="1124722232" sldId="260"/>
        </pc:sldMkLst>
        <pc:spChg chg="mod">
          <ac:chgData name="Vishali Pandiri" userId="1909799fb30ec566" providerId="Windows Live" clId="Web-{4C583E6C-9EC3-1DF6-3984-5730AB90F51B}" dt="2025-03-22T06:13:20.494" v="3" actId="20577"/>
          <ac:spMkLst>
            <pc:docMk/>
            <pc:sldMk cId="1124722232" sldId="260"/>
            <ac:spMk id="2" creationId="{21D121A2-A44D-A8EB-1250-DAA48B26B032}"/>
          </ac:spMkLst>
        </pc:spChg>
        <pc:spChg chg="mod">
          <ac:chgData name="Vishali Pandiri" userId="1909799fb30ec566" providerId="Windows Live" clId="Web-{4C583E6C-9EC3-1DF6-3984-5730AB90F51B}" dt="2025-03-22T06:13:27.995" v="5" actId="20577"/>
          <ac:spMkLst>
            <pc:docMk/>
            <pc:sldMk cId="1124722232" sldId="260"/>
            <ac:spMk id="3" creationId="{2026A701-CD03-B3FB-2F23-7CB6337BF8B3}"/>
          </ac:spMkLst>
        </pc:spChg>
        <pc:picChg chg="add mod">
          <ac:chgData name="Vishali Pandiri" userId="1909799fb30ec566" providerId="Windows Live" clId="Web-{4C583E6C-9EC3-1DF6-3984-5730AB90F51B}" dt="2025-03-22T06:33:56.651" v="184" actId="14100"/>
          <ac:picMkLst>
            <pc:docMk/>
            <pc:sldMk cId="1124722232" sldId="260"/>
            <ac:picMk id="5" creationId="{07DA45D9-6402-462A-5341-AE92305F2C29}"/>
          </ac:picMkLst>
        </pc:picChg>
      </pc:sldChg>
      <pc:sldChg chg="addSp modSp">
        <pc:chgData name="Vishali Pandiri" userId="1909799fb30ec566" providerId="Windows Live" clId="Web-{4C583E6C-9EC3-1DF6-3984-5730AB90F51B}" dt="2025-03-22T06:34:06.558" v="186" actId="14100"/>
        <pc:sldMkLst>
          <pc:docMk/>
          <pc:sldMk cId="1206883312" sldId="261"/>
        </pc:sldMkLst>
        <pc:spChg chg="mod">
          <ac:chgData name="Vishali Pandiri" userId="1909799fb30ec566" providerId="Windows Live" clId="Web-{4C583E6C-9EC3-1DF6-3984-5730AB90F51B}" dt="2025-03-22T06:14:08.262" v="12" actId="1076"/>
          <ac:spMkLst>
            <pc:docMk/>
            <pc:sldMk cId="1206883312" sldId="261"/>
            <ac:spMk id="2" creationId="{0BA900B4-4D75-7FDA-3F33-37EF78EAD87E}"/>
          </ac:spMkLst>
        </pc:spChg>
        <pc:spChg chg="mod">
          <ac:chgData name="Vishali Pandiri" userId="1909799fb30ec566" providerId="Windows Live" clId="Web-{4C583E6C-9EC3-1DF6-3984-5730AB90F51B}" dt="2025-03-22T06:14:47.436" v="20" actId="1076"/>
          <ac:spMkLst>
            <pc:docMk/>
            <pc:sldMk cId="1206883312" sldId="261"/>
            <ac:spMk id="3" creationId="{31611B88-8AD6-87A8-A0C0-C591F3C42C2A}"/>
          </ac:spMkLst>
        </pc:spChg>
        <pc:picChg chg="add mod">
          <ac:chgData name="Vishali Pandiri" userId="1909799fb30ec566" providerId="Windows Live" clId="Web-{4C583E6C-9EC3-1DF6-3984-5730AB90F51B}" dt="2025-03-22T06:34:06.558" v="186" actId="14100"/>
          <ac:picMkLst>
            <pc:docMk/>
            <pc:sldMk cId="1206883312" sldId="261"/>
            <ac:picMk id="5" creationId="{469ED35C-36BD-E849-444F-B0A2598165C2}"/>
          </ac:picMkLst>
        </pc:picChg>
      </pc:sldChg>
      <pc:sldChg chg="addSp modSp">
        <pc:chgData name="Vishali Pandiri" userId="1909799fb30ec566" providerId="Windows Live" clId="Web-{4C583E6C-9EC3-1DF6-3984-5730AB90F51B}" dt="2025-03-22T06:34:18.558" v="188" actId="14100"/>
        <pc:sldMkLst>
          <pc:docMk/>
          <pc:sldMk cId="2814370275" sldId="262"/>
        </pc:sldMkLst>
        <pc:spChg chg="mod">
          <ac:chgData name="Vishali Pandiri" userId="1909799fb30ec566" providerId="Windows Live" clId="Web-{4C583E6C-9EC3-1DF6-3984-5730AB90F51B}" dt="2025-03-22T06:15:04.593" v="25" actId="20577"/>
          <ac:spMkLst>
            <pc:docMk/>
            <pc:sldMk cId="2814370275" sldId="262"/>
            <ac:spMk id="2" creationId="{9FEF4E45-EED3-1DE4-2F69-CE2AB267716C}"/>
          </ac:spMkLst>
        </pc:spChg>
        <pc:spChg chg="mod">
          <ac:chgData name="Vishali Pandiri" userId="1909799fb30ec566" providerId="Windows Live" clId="Web-{4C583E6C-9EC3-1DF6-3984-5730AB90F51B}" dt="2025-03-22T06:15:21.046" v="27" actId="20577"/>
          <ac:spMkLst>
            <pc:docMk/>
            <pc:sldMk cId="2814370275" sldId="262"/>
            <ac:spMk id="3" creationId="{FFC22946-C1B2-19DE-EC21-038C1840B2ED}"/>
          </ac:spMkLst>
        </pc:spChg>
        <pc:picChg chg="add mod">
          <ac:chgData name="Vishali Pandiri" userId="1909799fb30ec566" providerId="Windows Live" clId="Web-{4C583E6C-9EC3-1DF6-3984-5730AB90F51B}" dt="2025-03-22T06:34:18.558" v="188" actId="14100"/>
          <ac:picMkLst>
            <pc:docMk/>
            <pc:sldMk cId="2814370275" sldId="262"/>
            <ac:picMk id="5" creationId="{D0E65BE7-192F-9FCE-50ED-DD57FE621A0A}"/>
          </ac:picMkLst>
        </pc:picChg>
      </pc:sldChg>
      <pc:sldChg chg="addSp modSp">
        <pc:chgData name="Vishali Pandiri" userId="1909799fb30ec566" providerId="Windows Live" clId="Web-{4C583E6C-9EC3-1DF6-3984-5730AB90F51B}" dt="2025-03-22T06:34:26.199" v="190" actId="14100"/>
        <pc:sldMkLst>
          <pc:docMk/>
          <pc:sldMk cId="1698587966" sldId="263"/>
        </pc:sldMkLst>
        <pc:spChg chg="mod">
          <ac:chgData name="Vishali Pandiri" userId="1909799fb30ec566" providerId="Windows Live" clId="Web-{4C583E6C-9EC3-1DF6-3984-5730AB90F51B}" dt="2025-03-22T06:15:34.078" v="28" actId="20577"/>
          <ac:spMkLst>
            <pc:docMk/>
            <pc:sldMk cId="1698587966" sldId="263"/>
            <ac:spMk id="2" creationId="{22BA0DEF-C61E-C3F5-466E-422A9806A120}"/>
          </ac:spMkLst>
        </pc:spChg>
        <pc:picChg chg="add mod">
          <ac:chgData name="Vishali Pandiri" userId="1909799fb30ec566" providerId="Windows Live" clId="Web-{4C583E6C-9EC3-1DF6-3984-5730AB90F51B}" dt="2025-03-22T06:34:26.199" v="190" actId="14100"/>
          <ac:picMkLst>
            <pc:docMk/>
            <pc:sldMk cId="1698587966" sldId="263"/>
            <ac:picMk id="5" creationId="{EF363020-C6C9-A668-C79D-4AC339BE73E2}"/>
          </ac:picMkLst>
        </pc:picChg>
      </pc:sldChg>
      <pc:sldChg chg="addSp modSp">
        <pc:chgData name="Vishali Pandiri" userId="1909799fb30ec566" providerId="Windows Live" clId="Web-{4C583E6C-9EC3-1DF6-3984-5730AB90F51B}" dt="2025-03-22T06:35:07.857" v="196" actId="20577"/>
        <pc:sldMkLst>
          <pc:docMk/>
          <pc:sldMk cId="1932203531" sldId="264"/>
        </pc:sldMkLst>
        <pc:spChg chg="mod">
          <ac:chgData name="Vishali Pandiri" userId="1909799fb30ec566" providerId="Windows Live" clId="Web-{4C583E6C-9EC3-1DF6-3984-5730AB90F51B}" dt="2025-03-22T06:34:55.935" v="194" actId="20577"/>
          <ac:spMkLst>
            <pc:docMk/>
            <pc:sldMk cId="1932203531" sldId="264"/>
            <ac:spMk id="2" creationId="{6B3F50FB-D19B-AB44-76FB-697C01FDFEF1}"/>
          </ac:spMkLst>
        </pc:spChg>
        <pc:spChg chg="mod">
          <ac:chgData name="Vishali Pandiri" userId="1909799fb30ec566" providerId="Windows Live" clId="Web-{4C583E6C-9EC3-1DF6-3984-5730AB90F51B}" dt="2025-03-22T06:35:07.857" v="196" actId="20577"/>
          <ac:spMkLst>
            <pc:docMk/>
            <pc:sldMk cId="1932203531" sldId="264"/>
            <ac:spMk id="3" creationId="{07200E14-8376-F2E1-ACA1-750F0868094A}"/>
          </ac:spMkLst>
        </pc:spChg>
        <pc:picChg chg="add mod">
          <ac:chgData name="Vishali Pandiri" userId="1909799fb30ec566" providerId="Windows Live" clId="Web-{4C583E6C-9EC3-1DF6-3984-5730AB90F51B}" dt="2025-03-22T06:34:33.622" v="192" actId="14100"/>
          <ac:picMkLst>
            <pc:docMk/>
            <pc:sldMk cId="1932203531" sldId="264"/>
            <ac:picMk id="5" creationId="{4FA26BBB-064F-F797-3893-88413F6D63B5}"/>
          </ac:picMkLst>
        </pc:picChg>
      </pc:sldChg>
      <pc:sldChg chg="addSp modSp">
        <pc:chgData name="Vishali Pandiri" userId="1909799fb30ec566" providerId="Windows Live" clId="Web-{4C583E6C-9EC3-1DF6-3984-5730AB90F51B}" dt="2025-03-22T06:35:21.499" v="198" actId="14100"/>
        <pc:sldMkLst>
          <pc:docMk/>
          <pc:sldMk cId="1516187146" sldId="265"/>
        </pc:sldMkLst>
        <pc:spChg chg="mod">
          <ac:chgData name="Vishali Pandiri" userId="1909799fb30ec566" providerId="Windows Live" clId="Web-{4C583E6C-9EC3-1DF6-3984-5730AB90F51B}" dt="2025-03-22T06:24:21.624" v="95" actId="20577"/>
          <ac:spMkLst>
            <pc:docMk/>
            <pc:sldMk cId="1516187146" sldId="265"/>
            <ac:spMk id="2" creationId="{FC5A28C4-15AD-CB8D-8075-9EACC7858405}"/>
          </ac:spMkLst>
        </pc:spChg>
        <pc:spChg chg="mod">
          <ac:chgData name="Vishali Pandiri" userId="1909799fb30ec566" providerId="Windows Live" clId="Web-{4C583E6C-9EC3-1DF6-3984-5730AB90F51B}" dt="2025-03-22T06:25:29.377" v="107" actId="1076"/>
          <ac:spMkLst>
            <pc:docMk/>
            <pc:sldMk cId="1516187146" sldId="265"/>
            <ac:spMk id="3" creationId="{29AA5534-2E47-E03E-1E0D-CCC9E87B2DC5}"/>
          </ac:spMkLst>
        </pc:spChg>
        <pc:picChg chg="add mod">
          <ac:chgData name="Vishali Pandiri" userId="1909799fb30ec566" providerId="Windows Live" clId="Web-{4C583E6C-9EC3-1DF6-3984-5730AB90F51B}" dt="2025-03-22T06:35:21.499" v="198" actId="14100"/>
          <ac:picMkLst>
            <pc:docMk/>
            <pc:sldMk cId="1516187146" sldId="265"/>
            <ac:picMk id="5" creationId="{46CC7811-FD4B-917D-B579-F8F7DED28D2F}"/>
          </ac:picMkLst>
        </pc:picChg>
      </pc:sldChg>
      <pc:sldChg chg="addSp modSp">
        <pc:chgData name="Vishali Pandiri" userId="1909799fb30ec566" providerId="Windows Live" clId="Web-{4C583E6C-9EC3-1DF6-3984-5730AB90F51B}" dt="2025-03-22T06:35:31.530" v="200" actId="14100"/>
        <pc:sldMkLst>
          <pc:docMk/>
          <pc:sldMk cId="3259971848" sldId="266"/>
        </pc:sldMkLst>
        <pc:spChg chg="mod">
          <ac:chgData name="Vishali Pandiri" userId="1909799fb30ec566" providerId="Windows Live" clId="Web-{4C583E6C-9EC3-1DF6-3984-5730AB90F51B}" dt="2025-03-22T06:15:59.829" v="32" actId="20577"/>
          <ac:spMkLst>
            <pc:docMk/>
            <pc:sldMk cId="3259971848" sldId="266"/>
            <ac:spMk id="2" creationId="{C7A03C6F-C36A-9E84-861C-8354A3ED36EC}"/>
          </ac:spMkLst>
        </pc:spChg>
        <pc:spChg chg="mod">
          <ac:chgData name="Vishali Pandiri" userId="1909799fb30ec566" providerId="Windows Live" clId="Web-{4C583E6C-9EC3-1DF6-3984-5730AB90F51B}" dt="2025-03-22T06:17:31.208" v="48" actId="1076"/>
          <ac:spMkLst>
            <pc:docMk/>
            <pc:sldMk cId="3259971848" sldId="266"/>
            <ac:spMk id="5" creationId="{5E48DF8B-B953-75D3-06B7-527C99D7714E}"/>
          </ac:spMkLst>
        </pc:spChg>
        <pc:spChg chg="mod">
          <ac:chgData name="Vishali Pandiri" userId="1909799fb30ec566" providerId="Windows Live" clId="Web-{4C583E6C-9EC3-1DF6-3984-5730AB90F51B}" dt="2025-03-22T06:17:10.473" v="46" actId="20577"/>
          <ac:spMkLst>
            <pc:docMk/>
            <pc:sldMk cId="3259971848" sldId="266"/>
            <ac:spMk id="7" creationId="{0DE4B9BE-43C6-6534-19B1-2393DA729A66}"/>
          </ac:spMkLst>
        </pc:spChg>
        <pc:picChg chg="add mod">
          <ac:chgData name="Vishali Pandiri" userId="1909799fb30ec566" providerId="Windows Live" clId="Web-{4C583E6C-9EC3-1DF6-3984-5730AB90F51B}" dt="2025-03-22T06:35:31.530" v="200" actId="14100"/>
          <ac:picMkLst>
            <pc:docMk/>
            <pc:sldMk cId="3259971848" sldId="266"/>
            <ac:picMk id="8" creationId="{9B6AE738-4B94-9914-6218-D7C7E269BECE}"/>
          </ac:picMkLst>
        </pc:picChg>
      </pc:sldChg>
      <pc:sldChg chg="addSp modSp ord">
        <pc:chgData name="Vishali Pandiri" userId="1909799fb30ec566" providerId="Windows Live" clId="Web-{4C583E6C-9EC3-1DF6-3984-5730AB90F51B}" dt="2025-03-22T06:35:49.844" v="204" actId="14100"/>
        <pc:sldMkLst>
          <pc:docMk/>
          <pc:sldMk cId="1074306745" sldId="267"/>
        </pc:sldMkLst>
        <pc:spChg chg="mod">
          <ac:chgData name="Vishali Pandiri" userId="1909799fb30ec566" providerId="Windows Live" clId="Web-{4C583E6C-9EC3-1DF6-3984-5730AB90F51B}" dt="2025-03-22T06:26:56.396" v="120" actId="20577"/>
          <ac:spMkLst>
            <pc:docMk/>
            <pc:sldMk cId="1074306745" sldId="267"/>
            <ac:spMk id="2" creationId="{AA75BE3E-C7E8-A060-BF3E-F1B2A948F0E3}"/>
          </ac:spMkLst>
        </pc:spChg>
        <pc:spChg chg="mod">
          <ac:chgData name="Vishali Pandiri" userId="1909799fb30ec566" providerId="Windows Live" clId="Web-{4C583E6C-9EC3-1DF6-3984-5730AB90F51B}" dt="2025-03-22T06:28:32.963" v="150" actId="20577"/>
          <ac:spMkLst>
            <pc:docMk/>
            <pc:sldMk cId="1074306745" sldId="267"/>
            <ac:spMk id="3" creationId="{3653128C-6B73-32CF-095A-027B43EBB8DE}"/>
          </ac:spMkLst>
        </pc:spChg>
        <pc:picChg chg="add mod">
          <ac:chgData name="Vishali Pandiri" userId="1909799fb30ec566" providerId="Windows Live" clId="Web-{4C583E6C-9EC3-1DF6-3984-5730AB90F51B}" dt="2025-03-22T06:35:49.844" v="204" actId="14100"/>
          <ac:picMkLst>
            <pc:docMk/>
            <pc:sldMk cId="1074306745" sldId="267"/>
            <ac:picMk id="5" creationId="{7787DD78-310E-9367-1505-C1E220815AA4}"/>
          </ac:picMkLst>
        </pc:picChg>
      </pc:sldChg>
      <pc:sldChg chg="addSp delSp modSp ord">
        <pc:chgData name="Vishali Pandiri" userId="1909799fb30ec566" providerId="Windows Live" clId="Web-{4C583E6C-9EC3-1DF6-3984-5730AB90F51B}" dt="2025-03-22T06:35:42.390" v="202" actId="14100"/>
        <pc:sldMkLst>
          <pc:docMk/>
          <pc:sldMk cId="2749430559" sldId="268"/>
        </pc:sldMkLst>
        <pc:spChg chg="mod">
          <ac:chgData name="Vishali Pandiri" userId="1909799fb30ec566" providerId="Windows Live" clId="Web-{4C583E6C-9EC3-1DF6-3984-5730AB90F51B}" dt="2025-03-22T06:17:57.319" v="53" actId="20577"/>
          <ac:spMkLst>
            <pc:docMk/>
            <pc:sldMk cId="2749430559" sldId="268"/>
            <ac:spMk id="2" creationId="{2A5D996E-3BF7-7D66-568C-697E7DB3AE4A}"/>
          </ac:spMkLst>
        </pc:spChg>
        <pc:spChg chg="mod">
          <ac:chgData name="Vishali Pandiri" userId="1909799fb30ec566" providerId="Windows Live" clId="Web-{4C583E6C-9EC3-1DF6-3984-5730AB90F51B}" dt="2025-03-22T06:23:50.029" v="87" actId="1076"/>
          <ac:spMkLst>
            <pc:docMk/>
            <pc:sldMk cId="2749430559" sldId="268"/>
            <ac:spMk id="3" creationId="{CCC11E4E-FDDB-B26D-CBDC-389061B36195}"/>
          </ac:spMkLst>
        </pc:spChg>
        <pc:spChg chg="del mod">
          <ac:chgData name="Vishali Pandiri" userId="1909799fb30ec566" providerId="Windows Live" clId="Web-{4C583E6C-9EC3-1DF6-3984-5730AB90F51B}" dt="2025-03-22T06:22:21.564" v="69"/>
          <ac:spMkLst>
            <pc:docMk/>
            <pc:sldMk cId="2749430559" sldId="268"/>
            <ac:spMk id="7" creationId="{FD074414-900C-B513-1577-749CA5556FFA}"/>
          </ac:spMkLst>
        </pc:spChg>
        <pc:spChg chg="del mod">
          <ac:chgData name="Vishali Pandiri" userId="1909799fb30ec566" providerId="Windows Live" clId="Web-{4C583E6C-9EC3-1DF6-3984-5730AB90F51B}" dt="2025-03-22T06:22:16.298" v="67"/>
          <ac:spMkLst>
            <pc:docMk/>
            <pc:sldMk cId="2749430559" sldId="268"/>
            <ac:spMk id="8" creationId="{1D00ED65-E13C-B8E3-F369-0B7607FB5315}"/>
          </ac:spMkLst>
        </pc:spChg>
        <pc:picChg chg="del">
          <ac:chgData name="Vishali Pandiri" userId="1909799fb30ec566" providerId="Windows Live" clId="Web-{4C583E6C-9EC3-1DF6-3984-5730AB90F51B}" dt="2025-03-22T06:22:08.720" v="63"/>
          <ac:picMkLst>
            <pc:docMk/>
            <pc:sldMk cId="2749430559" sldId="268"/>
            <ac:picMk id="4" creationId="{C45EAE4C-647E-003C-6359-43C1E4D7DBD0}"/>
          </ac:picMkLst>
        </pc:picChg>
        <pc:picChg chg="del">
          <ac:chgData name="Vishali Pandiri" userId="1909799fb30ec566" providerId="Windows Live" clId="Web-{4C583E6C-9EC3-1DF6-3984-5730AB90F51B}" dt="2025-03-22T06:22:11.548" v="64"/>
          <ac:picMkLst>
            <pc:docMk/>
            <pc:sldMk cId="2749430559" sldId="268"/>
            <ac:picMk id="5" creationId="{22DF103A-91DC-9D30-E980-405E7E48915D}"/>
          </ac:picMkLst>
        </pc:picChg>
        <pc:picChg chg="add mod">
          <ac:chgData name="Vishali Pandiri" userId="1909799fb30ec566" providerId="Windows Live" clId="Web-{4C583E6C-9EC3-1DF6-3984-5730AB90F51B}" dt="2025-03-22T06:23:43.216" v="86"/>
          <ac:picMkLst>
            <pc:docMk/>
            <pc:sldMk cId="2749430559" sldId="268"/>
            <ac:picMk id="6" creationId="{CF8926EE-B443-B434-FBC1-CCA3DD599257}"/>
          </ac:picMkLst>
        </pc:picChg>
        <pc:picChg chg="add mod">
          <ac:chgData name="Vishali Pandiri" userId="1909799fb30ec566" providerId="Windows Live" clId="Web-{4C583E6C-9EC3-1DF6-3984-5730AB90F51B}" dt="2025-03-22T06:35:42.390" v="202" actId="14100"/>
          <ac:picMkLst>
            <pc:docMk/>
            <pc:sldMk cId="2749430559" sldId="268"/>
            <ac:picMk id="10" creationId="{956755BA-FA83-62EB-97EA-B971FE74B296}"/>
          </ac:picMkLst>
        </pc:picChg>
      </pc:sldChg>
    </pc:docChg>
  </pc:docChgLst>
  <pc:docChgLst>
    <pc:chgData name="Vishali Pandiri" userId="1909799fb30ec566" providerId="Windows Live" clId="Web-{72BC8609-C336-4F2F-83CD-2E576DFF7347}"/>
    <pc:docChg chg="addSld modSld">
      <pc:chgData name="Vishali Pandiri" userId="1909799fb30ec566" providerId="Windows Live" clId="Web-{72BC8609-C336-4F2F-83CD-2E576DFF7347}" dt="2025-03-20T16:36:21.137" v="158" actId="20577"/>
      <pc:docMkLst>
        <pc:docMk/>
      </pc:docMkLst>
      <pc:sldChg chg="modSp">
        <pc:chgData name="Vishali Pandiri" userId="1909799fb30ec566" providerId="Windows Live" clId="Web-{72BC8609-C336-4F2F-83CD-2E576DFF7347}" dt="2025-03-20T16:32:02.786" v="85" actId="14100"/>
        <pc:sldMkLst>
          <pc:docMk/>
          <pc:sldMk cId="109857222" sldId="256"/>
        </pc:sldMkLst>
        <pc:spChg chg="mod">
          <ac:chgData name="Vishali Pandiri" userId="1909799fb30ec566" providerId="Windows Live" clId="Web-{72BC8609-C336-4F2F-83CD-2E576DFF7347}" dt="2025-03-20T16:32:02.786" v="85" actId="14100"/>
          <ac:spMkLst>
            <pc:docMk/>
            <pc:sldMk cId="109857222" sldId="256"/>
            <ac:spMk id="2" creationId="{BE17693B-E2CF-CEEF-1B82-D016D7D2C75A}"/>
          </ac:spMkLst>
        </pc:spChg>
        <pc:spChg chg="mod">
          <ac:chgData name="Vishali Pandiri" userId="1909799fb30ec566" providerId="Windows Live" clId="Web-{72BC8609-C336-4F2F-83CD-2E576DFF7347}" dt="2025-03-20T16:29:45.439" v="12" actId="20577"/>
          <ac:spMkLst>
            <pc:docMk/>
            <pc:sldMk cId="109857222" sldId="256"/>
            <ac:spMk id="11" creationId="{1DB776BB-9EC3-F020-0C9C-5116E1CF1E1A}"/>
          </ac:spMkLst>
        </pc:spChg>
      </pc:sldChg>
      <pc:sldChg chg="addSp delSp modSp new">
        <pc:chgData name="Vishali Pandiri" userId="1909799fb30ec566" providerId="Windows Live" clId="Web-{72BC8609-C336-4F2F-83CD-2E576DFF7347}" dt="2025-03-20T16:36:01.714" v="152" actId="20577"/>
        <pc:sldMkLst>
          <pc:docMk/>
          <pc:sldMk cId="2388638873" sldId="258"/>
        </pc:sldMkLst>
        <pc:spChg chg="del mod">
          <ac:chgData name="Vishali Pandiri" userId="1909799fb30ec566" providerId="Windows Live" clId="Web-{72BC8609-C336-4F2F-83CD-2E576DFF7347}" dt="2025-03-20T16:34:04.289" v="108"/>
          <ac:spMkLst>
            <pc:docMk/>
            <pc:sldMk cId="2388638873" sldId="258"/>
            <ac:spMk id="2" creationId="{95AEA196-A9BB-36B9-5B4D-90D4D3FF1E64}"/>
          </ac:spMkLst>
        </pc:spChg>
        <pc:spChg chg="mod">
          <ac:chgData name="Vishali Pandiri" userId="1909799fb30ec566" providerId="Windows Live" clId="Web-{72BC8609-C336-4F2F-83CD-2E576DFF7347}" dt="2025-03-20T16:36:01.714" v="152" actId="20577"/>
          <ac:spMkLst>
            <pc:docMk/>
            <pc:sldMk cId="2388638873" sldId="258"/>
            <ac:spMk id="3" creationId="{6C161EB1-49F0-9161-22FF-DF4467B14D51}"/>
          </ac:spMkLst>
        </pc:spChg>
        <pc:spChg chg="add del mod">
          <ac:chgData name="Vishali Pandiri" userId="1909799fb30ec566" providerId="Windows Live" clId="Web-{72BC8609-C336-4F2F-83CD-2E576DFF7347}" dt="2025-03-20T16:34:07.665" v="109"/>
          <ac:spMkLst>
            <pc:docMk/>
            <pc:sldMk cId="2388638873" sldId="258"/>
            <ac:spMk id="5" creationId="{8DDED238-AC3C-AD64-852D-711929702DEF}"/>
          </ac:spMkLst>
        </pc:spChg>
      </pc:sldChg>
      <pc:sldChg chg="modSp new">
        <pc:chgData name="Vishali Pandiri" userId="1909799fb30ec566" providerId="Windows Live" clId="Web-{72BC8609-C336-4F2F-83CD-2E576DFF7347}" dt="2025-03-20T16:36:21.137" v="158" actId="20577"/>
        <pc:sldMkLst>
          <pc:docMk/>
          <pc:sldMk cId="3243811156" sldId="259"/>
        </pc:sldMkLst>
        <pc:spChg chg="mod">
          <ac:chgData name="Vishali Pandiri" userId="1909799fb30ec566" providerId="Windows Live" clId="Web-{72BC8609-C336-4F2F-83CD-2E576DFF7347}" dt="2025-03-20T16:36:21.137" v="158" actId="20577"/>
          <ac:spMkLst>
            <pc:docMk/>
            <pc:sldMk cId="3243811156" sldId="259"/>
            <ac:spMk id="2" creationId="{5D36778F-F8B9-D2F3-00D6-7B73BC4355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5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9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7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7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2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03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12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5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0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7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5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3E3804-E15A-183D-98EE-7CA8DA31F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4302" y="130327"/>
            <a:ext cx="6800490" cy="199940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0000"/>
                </a:solidFill>
                <a:latin typeface="Times New Roman"/>
                <a:cs typeface="Times New Roman"/>
              </a:rPr>
              <a:t>CMR Technical Campus</a:t>
            </a:r>
            <a:br>
              <a:rPr lang="en-US" sz="4000" b="1">
                <a:latin typeface="Times New Roman"/>
                <a:cs typeface="Times New Roman"/>
              </a:rPr>
            </a:br>
            <a:r>
              <a:rPr lang="en-US" sz="4000" b="1">
                <a:solidFill>
                  <a:srgbClr val="00B0F0"/>
                </a:solidFill>
                <a:latin typeface="Times New Roman"/>
                <a:cs typeface="Times New Roman"/>
              </a:rPr>
              <a:t>Department of CSE</a:t>
            </a:r>
            <a:endParaRPr lang="en-US" sz="400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endParaRPr lang="en-US">
              <a:ea typeface="Calibri Light"/>
              <a:cs typeface="Calibri Light"/>
            </a:endParaRPr>
          </a:p>
        </p:txBody>
      </p:sp>
      <p:pic>
        <p:nvPicPr>
          <p:cNvPr id="8" name="Picture 7" descr="A logo with a flower&#10;&#10;Description automatically generated">
            <a:extLst>
              <a:ext uri="{FF2B5EF4-FFF2-40B4-BE49-F238E27FC236}">
                <a16:creationId xmlns:a16="http://schemas.microsoft.com/office/drawing/2014/main" id="{D109BE6C-3996-BE47-0A10-59AB2EC9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74" y="126162"/>
            <a:ext cx="1648967" cy="1429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CDD74-7E19-5387-D422-AA1AEAD9DD47}"/>
              </a:ext>
            </a:extLst>
          </p:cNvPr>
          <p:cNvSpPr txBox="1"/>
          <p:nvPr/>
        </p:nvSpPr>
        <p:spPr>
          <a:xfrm>
            <a:off x="2280249" y="1647646"/>
            <a:ext cx="89398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/>
              </a:rPr>
              <a:t>Industrial Oriented Mini Project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6A200-9B7D-E7B0-4F49-C56421449A11}"/>
              </a:ext>
            </a:extLst>
          </p:cNvPr>
          <p:cNvSpPr txBox="1"/>
          <p:nvPr/>
        </p:nvSpPr>
        <p:spPr>
          <a:xfrm>
            <a:off x="598099" y="2539042"/>
            <a:ext cx="1111334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</a:rPr>
              <a:t>Project Title: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b="1" dirty="0">
                <a:latin typeface="Times New Roman"/>
                <a:ea typeface="+mn-lt"/>
                <a:cs typeface="+mn-lt"/>
              </a:rPr>
              <a:t>AI Eval: AI Driven Evaluation for Enhanced Education Using Machine Learning 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B776BB-9EC3-F020-0C9C-5116E1CF1E1A}"/>
              </a:ext>
            </a:extLst>
          </p:cNvPr>
          <p:cNvSpPr txBox="1"/>
          <p:nvPr/>
        </p:nvSpPr>
        <p:spPr>
          <a:xfrm>
            <a:off x="396816" y="3559833"/>
            <a:ext cx="431699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/>
                <a:cs typeface="Segoe UI"/>
              </a:rPr>
              <a:t>Project Supervisor:</a:t>
            </a:r>
            <a:r>
              <a:rPr lang="en-US" sz="2000" dirty="0">
                <a:latin typeface="Times New Roman"/>
                <a:cs typeface="Segoe UI"/>
              </a:rPr>
              <a:t>​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/>
                <a:cs typeface="Segoe UI"/>
              </a:rPr>
              <a:t>Name:</a:t>
            </a:r>
            <a:r>
              <a:rPr lang="en-US" sz="2000" dirty="0">
                <a:latin typeface="Times New Roman"/>
                <a:cs typeface="Segoe UI"/>
              </a:rPr>
              <a:t>​ G. Swathi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/>
                <a:cs typeface="Segoe UI"/>
              </a:rPr>
              <a:t>Designation:</a:t>
            </a:r>
            <a:r>
              <a:rPr lang="en-US" sz="2000" dirty="0">
                <a:solidFill>
                  <a:srgbClr val="002060"/>
                </a:solidFill>
                <a:latin typeface="Times New Roman"/>
                <a:cs typeface="Segoe UI"/>
              </a:rPr>
              <a:t> Associate </a:t>
            </a:r>
            <a:r>
              <a:rPr lang="en-US" sz="2000" dirty="0" err="1">
                <a:solidFill>
                  <a:srgbClr val="002060"/>
                </a:solidFill>
                <a:latin typeface="Times New Roman"/>
                <a:cs typeface="Segoe UI"/>
              </a:rPr>
              <a:t>Professer</a:t>
            </a:r>
            <a:endParaRPr lang="en-IN" sz="2000"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7693B-E2CF-CEEF-1B82-D016D7D2C75A}"/>
              </a:ext>
            </a:extLst>
          </p:cNvPr>
          <p:cNvSpPr txBox="1"/>
          <p:nvPr/>
        </p:nvSpPr>
        <p:spPr>
          <a:xfrm>
            <a:off x="5125994" y="3763617"/>
            <a:ext cx="673691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/>
                <a:cs typeface="Segoe UI"/>
              </a:rPr>
              <a:t>Presented By:</a:t>
            </a:r>
            <a:r>
              <a:rPr lang="en-US" dirty="0">
                <a:latin typeface="Times New Roman"/>
                <a:cs typeface="Segoe UI"/>
              </a:rPr>
              <a:t>​</a:t>
            </a:r>
          </a:p>
          <a:p>
            <a:r>
              <a:rPr lang="en-US" dirty="0">
                <a:latin typeface="Times New Roman"/>
                <a:cs typeface="Segoe UI"/>
              </a:rPr>
              <a:t>Batch No: 23</a:t>
            </a:r>
          </a:p>
          <a:p>
            <a:pPr marL="342900" indent="-342900">
              <a:buFont typeface=""/>
              <a:buAutoNum type="arabicPeriod"/>
            </a:pPr>
            <a:r>
              <a:rPr lang="en-US" dirty="0">
                <a:latin typeface="Times New Roman"/>
                <a:cs typeface="Arial"/>
              </a:rPr>
              <a:t>H. No: 227R1A05J8                               Name: T. Vaishnavi</a:t>
            </a:r>
          </a:p>
          <a:p>
            <a:pPr marL="342900" indent="-342900">
              <a:buFont typeface=""/>
              <a:buAutoNum type="arabicPeriod"/>
            </a:pPr>
            <a:r>
              <a:rPr lang="en-US">
                <a:latin typeface="Times New Roman"/>
                <a:cs typeface="Arial"/>
              </a:rPr>
              <a:t>H. No: 227R1A05G7                              Name: P. Vishali​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/>
                <a:cs typeface="Times New Roman"/>
              </a:rPr>
              <a:t>H. No: 237R5A0520                               Name: K. Shiva Krishna 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/>
                <a:cs typeface="Arial"/>
              </a:rPr>
              <a:t>H. No: 227R1A05C9                              Name: Aaryan Gade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latin typeface="Times New Roman"/>
                <a:cs typeface="Segoe U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E7D9-79DA-2FC3-422B-CBFEF3CC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Index</a:t>
            </a:r>
            <a:endParaRPr lang="en-US" dirty="0"/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6E4BB97-AC32-E28F-14E0-655A3A315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35079-FEB8-1858-8F76-4E4838640443}"/>
              </a:ext>
            </a:extLst>
          </p:cNvPr>
          <p:cNvSpPr txBox="1"/>
          <p:nvPr/>
        </p:nvSpPr>
        <p:spPr>
          <a:xfrm>
            <a:off x="616227" y="1720573"/>
            <a:ext cx="11270973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Department Vision and Mission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Abstract​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Introduction​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Literature Review​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Problem Definition​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Objectives​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Requirement Analysis​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Methodology​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Design/Architecture​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latin typeface="Times New Roman"/>
                <a:cs typeface="Arial"/>
              </a:rPr>
              <a:t>References</a:t>
            </a:r>
            <a:r>
              <a:rPr lang="en-IN" sz="2000" dirty="0">
                <a:latin typeface="Times New Roman"/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459465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1EB1-49F0-9161-22FF-DF4467B14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9058"/>
            <a:ext cx="10999572" cy="56179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DEPARTMENT VISION: </a:t>
            </a:r>
            <a:endParaRPr lang="en-US" sz="2000" b="1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 b="1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To provide quality education and a conducive learning environment in computer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engineering that foster critical thinking, creativity, and practical problem-solving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Skills.</a:t>
            </a:r>
            <a:endParaRPr lang="en-US" sz="24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DEPARTMENT MISSION: </a:t>
            </a:r>
            <a:endParaRPr lang="en-US" sz="2000" b="1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 b="1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1.  To educate the students in fundamental principles of computing and induce the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     skills needed to solve practical problems. </a:t>
            </a:r>
            <a:endParaRPr lang="en-US" sz="170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 To provide State-of-the-art computing laboratory facilities to promote industry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  institute interaction to enhance student’s practical knowledge. </a:t>
            </a:r>
            <a:endParaRPr lang="en-US" sz="17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 To inculcate self-learning abilities, team spirit, and professional ethics among the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  students to serve society.</a:t>
            </a:r>
            <a:endParaRPr lang="en-US" sz="1700" dirty="0">
              <a:latin typeface="Times New Roman"/>
              <a:ea typeface="Calibri"/>
              <a:cs typeface="Calibri"/>
            </a:endParaRPr>
          </a:p>
          <a:p>
            <a:endParaRPr lang="en-US" sz="2400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755E2092-94FC-7A11-E2D7-FBB8D1F5F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822" y="-3622"/>
            <a:ext cx="1477065" cy="125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38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778F-F8B9-D2F3-00D6-7B73BC43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/>
                <a:ea typeface="Calibri Light"/>
                <a:cs typeface="Calibri Light"/>
              </a:rPr>
              <a:t>ABSTRACT: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6127-C116-5781-DA5E-2A3C43134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282" y="1825625"/>
            <a:ext cx="10824518" cy="4886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sz="1700">
                <a:latin typeface="Times New Roman"/>
                <a:ea typeface="+mn-lt"/>
                <a:cs typeface="+mn-lt"/>
              </a:rPr>
              <a:t>1.   Technology has transformed the education system, making learning more engaging and informative.</a:t>
            </a:r>
            <a:endParaRPr lang="en-US" sz="170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However, the evaluation process remains traditional, relying on manual correction of exam papers by teachers.</a:t>
            </a:r>
            <a:endParaRPr lang="en-US" sz="1700" dirty="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Machine learning and Artificial Intelligence (AI) can automate grading, reducing errors and inconvenience.</a:t>
            </a:r>
            <a:endParaRPr lang="en-US" sz="1700" dirty="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>
                <a:latin typeface="Times New Roman"/>
                <a:ea typeface="+mn-lt"/>
                <a:cs typeface="+mn-lt"/>
              </a:rPr>
              <a:t>4.  AI-driven evaluation systems provide personalized feedback, analyze student responses, and predict academic </a:t>
            </a:r>
            <a:r>
              <a:rPr lang="en-US" sz="1700" dirty="0">
                <a:latin typeface="Times New Roman"/>
                <a:ea typeface="+mn-lt"/>
                <a:cs typeface="+mn-lt"/>
              </a:rPr>
              <a:t>performance.</a:t>
            </a:r>
            <a:endParaRPr lang="en-US" sz="1700">
              <a:latin typeface="Times New Roman"/>
              <a:cs typeface="Times New Roman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5. These systems offer advantages like efficiency and scalability but also raise  concerns about algorithmic bias and data privacy.</a:t>
            </a:r>
            <a:endParaRPr lang="en-US" sz="1700">
              <a:latin typeface="Times New Roman"/>
              <a:cs typeface="Times New Roman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    6. The proposed project aims to develop an AI-based educational evaluation system, exploring its hardware and software requirements.</a:t>
            </a:r>
            <a:endParaRPr lang="en-US" sz="1700">
              <a:latin typeface="Times New Roman"/>
              <a:cs typeface="Times New Roman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A7CBB2C9-8EAA-4B92-5B3F-5EFD685C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103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11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21A2-A44D-A8EB-1250-DAA48B26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INTRODUCTION:</a:t>
            </a:r>
            <a:endParaRPr lang="en-US" sz="2000" b="1" dirty="0">
              <a:ea typeface="Calibri Light"/>
              <a:cs typeface="Calibri Light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6A701-CD03-B3FB-2F23-7CB6337BF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1. Current evaluation systems rely on manual grading by faculty, leading to errors and inconsistencies.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Manual grading is tedious, time-consuming, and prone to emotional bias, affecting evaluation quality.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This project proposes using Natural Language Processing (NLP) and Optical Character Recognition (OCR) to automate evaluation.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4. The system utilizes Google's Tesseract OCR engine and Python-tesseract to recognize and extract text from handwritten answers.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5. Automated evaluation ensures uniformity, transparency, and faster results, reducing teacher workload and minimizing human errors.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6. This system can be widely adopted in academic institutions and organizations conducting competitive examinations to streamline evaluation processes.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07DA45D9-6402-462A-5341-AE92305F2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103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2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00B4-4D75-7FDA-3F33-37EF78EAD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90"/>
            <a:ext cx="10515600" cy="13255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LITERATURE REVIEW </a:t>
            </a:r>
            <a:endParaRPr lang="en-US" sz="2000" b="1" dirty="0">
              <a:ea typeface="Calibri Light"/>
              <a:cs typeface="Calibri Light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1B88-8AD6-87A8-A0C0-C591F3C42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192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1. Manual Grading Limitations: Traditional evaluation systems rely on manual grading, which is time-consuming, error-prone, and susceptible to emotional bias (Johnson, 2003).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Automated Evaluation Systems: Automated systems utilizing Natural Language Processing (NLP) and Optical Character Recognition (OCR) have been proposed to address manual grading limitations (Kumar et al., 2017).</a:t>
            </a:r>
            <a:endParaRPr lang="en-US" sz="1700" dirty="0">
              <a:latin typeface="Times New Roman"/>
              <a:cs typeface="Times New Roman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Effectiveness of NLP and OCR: Studies have demonstrated the effectiveness of NLP and OCR in extracting relevant information from handwritten texts (Plamondon &amp; Srihari, 2000).</a:t>
            </a:r>
            <a:endParaRPr lang="en-US" sz="1700" dirty="0">
              <a:latin typeface="Times New Roman"/>
              <a:cs typeface="Times New Roman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4. Machine Learning and Open-Source OCR: The use of machine learning algorithms and open-source OCR engines, such as Tesseract, has also been explored to improve evaluation processes (Smith et al., 2019).</a:t>
            </a:r>
            <a:endParaRPr lang="en-US" sz="1700" dirty="0">
              <a:latin typeface="Times New Roman"/>
              <a:cs typeface="Times New Roman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5. Benefits of Automated Systems: Automated evaluation systems aim to provide uniform, transparent, and efficient evaluation processes, reducing teacher workload and minimizing human errors.</a:t>
            </a:r>
            <a:endParaRPr lang="en-US" sz="1700" dirty="0">
              <a:latin typeface="Times New Roman"/>
              <a:cs typeface="Times New Roman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469ED35C-36BD-E849-444F-B0A259816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100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8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4E45-EED3-1DE4-2F69-CE2AB267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PROBLEM DEFINITION:</a:t>
            </a:r>
            <a:endParaRPr lang="en-US" sz="2000" b="1" dirty="0">
              <a:ea typeface="Calibri Light"/>
              <a:cs typeface="Calibri Light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2946-C1B2-19DE-EC21-038C1840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+mn-lt"/>
              </a:rPr>
              <a:t>Educational institutions still use </a:t>
            </a:r>
            <a:r>
              <a:rPr lang="en-US" sz="1700" dirty="0">
                <a:latin typeface="Times New Roman"/>
                <a:ea typeface="+mn-lt"/>
                <a:cs typeface="Calibri"/>
              </a:rPr>
              <a:t>t</a:t>
            </a:r>
            <a:r>
              <a:rPr lang="en-US" sz="1700" dirty="0">
                <a:latin typeface="Times New Roman"/>
                <a:ea typeface="+mn-lt"/>
                <a:cs typeface="Times New Roman"/>
              </a:rPr>
              <a:t>raditional evaluation methods</a:t>
            </a:r>
            <a:r>
              <a:rPr lang="en-US" sz="1700" dirty="0">
                <a:latin typeface="Times New Roman"/>
                <a:ea typeface="+mn-lt"/>
                <a:cs typeface="+mn-lt"/>
              </a:rPr>
              <a:t> like pen-and-paper methods, requiring manual reading and evaluation of answers.</a:t>
            </a:r>
            <a:endParaRPr lang="en-US" sz="170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+mn-lt"/>
              </a:rPr>
              <a:t> Manual evaluation is time-consuming</a:t>
            </a:r>
            <a:endParaRPr lang="en-US" sz="1700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Times New Roman"/>
              </a:rPr>
              <a:t>Manual evaluation is labor-intensive and prone to variability in evaluation patterns.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+mn-lt"/>
              </a:rPr>
              <a:t>There is a chance in compromising in consistency and fairness.</a:t>
            </a:r>
            <a:endParaRPr lang="en-US" sz="1700">
              <a:latin typeface="Times New Roman"/>
              <a:cs typeface="Times New Roman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D0E65BE7-192F-9FCE-50ED-DD57FE62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102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70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0DEF-C61E-C3F5-466E-422A9806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OBJECTIVES:</a:t>
            </a:r>
            <a:endParaRPr lang="en-US" sz="2000" b="1" dirty="0">
              <a:latin typeface="Calibri Light"/>
              <a:ea typeface="Calibri Light"/>
              <a:cs typeface="Calibri Light"/>
            </a:endParaRPr>
          </a:p>
          <a:p>
            <a:endParaRPr lang="en-US" sz="2000" b="1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B3DE-F11E-5087-D511-2D233D95C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1. To automate the evaluation process: Using machine learning techniques to reduce manual labor and increase efficiency.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To standardize the evaluation pattern: Ensuring consistency and fairness in the evaluation process.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To decrease evaluation time: Reducing the time taken to evaluate answer papers.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4. To improve accuracy and reliability: Minimizing errors and variability in the evaluation process.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5. To enhance the overall evaluation experience: Providing a more efficient, consistent, and fair evaluation process for students and educators.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EF363020-C6C9-A668-C79D-4AC339BE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88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8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50FB-D19B-AB44-76FB-697C01FD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REQUIREMENT ANALYSIS: </a:t>
            </a:r>
            <a:endParaRPr lang="en-US" sz="2000" b="1" dirty="0">
              <a:ea typeface="Calibri Light"/>
              <a:cs typeface="Calibri Light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0E14-8376-F2E1-ACA1-750F08680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193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1700" b="1" dirty="0">
                <a:latin typeface="Times New Roman"/>
                <a:ea typeface="Calibri" panose="020F0502020204030204"/>
                <a:cs typeface="Calibri" panose="020F0502020204030204"/>
              </a:rPr>
              <a:t>Hardware Requirements:</a:t>
            </a:r>
            <a:endParaRPr lang="en-US" sz="1700" b="1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         &gt;&gt; 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Processor</a:t>
            </a: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- i5 or above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          &gt;&gt; 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RAM:</a:t>
            </a: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 8GB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          &gt;&gt;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 Storage:</a:t>
            </a: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20GB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1700" b="1" dirty="0">
                <a:latin typeface="Times New Roman"/>
                <a:ea typeface="Calibri" panose="020F0502020204030204"/>
                <a:cs typeface="Calibri" panose="020F0502020204030204"/>
              </a:rPr>
              <a:t>Software Requirements:</a:t>
            </a:r>
            <a:endParaRPr lang="en-US" sz="1700" b="1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   &gt;&gt; 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Operating System: </a:t>
            </a: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Windows 11 or above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    &gt;&gt; 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Programming language:</a:t>
            </a: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 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            Frontend: HTML, CSS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            Backend: Java Script, PHP, Python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    &gt;&gt; 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Code Editor</a:t>
            </a: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: Visual Studio Code 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   &gt;&gt; 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Web Development:</a:t>
            </a:r>
            <a:r>
              <a:rPr lang="en-US" sz="1700" dirty="0">
                <a:latin typeface="Times New Roman"/>
                <a:ea typeface="Calibri"/>
                <a:cs typeface="Calibri"/>
              </a:rPr>
              <a:t> PyCharm</a:t>
            </a: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/>
                <a:cs typeface="Calibri"/>
              </a:rPr>
              <a:t>          &gt;&gt; </a:t>
            </a:r>
            <a:r>
              <a:rPr lang="en-US" sz="1700" u="sng" dirty="0">
                <a:latin typeface="Times New Roman"/>
                <a:ea typeface="Calibri"/>
                <a:cs typeface="Calibri"/>
              </a:rPr>
              <a:t>Database</a:t>
            </a:r>
            <a:r>
              <a:rPr lang="en-US" sz="1700" dirty="0">
                <a:latin typeface="Times New Roman"/>
                <a:ea typeface="Calibri"/>
                <a:cs typeface="Calibri"/>
              </a:rPr>
              <a:t>: </a:t>
            </a:r>
            <a:r>
              <a:rPr lang="en-US" sz="1700" err="1">
                <a:latin typeface="Times New Roman"/>
                <a:ea typeface="Calibri" panose="020F0502020204030204"/>
                <a:cs typeface="Calibri" panose="020F0502020204030204"/>
              </a:rPr>
              <a:t>PHPMyAdmin</a:t>
            </a:r>
            <a:endParaRPr lang="en-US" sz="170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          &gt;&gt;</a:t>
            </a:r>
            <a:r>
              <a:rPr lang="en-US" sz="1700" u="sng" dirty="0">
                <a:latin typeface="Times New Roman"/>
                <a:ea typeface="Calibri" panose="020F0502020204030204"/>
                <a:cs typeface="Calibri" panose="020F0502020204030204"/>
              </a:rPr>
              <a:t> Local Server</a:t>
            </a:r>
            <a:r>
              <a:rPr lang="en-US" sz="1700" dirty="0">
                <a:latin typeface="Times New Roman"/>
                <a:ea typeface="Calibri" panose="020F0502020204030204"/>
                <a:cs typeface="Calibri" panose="020F0502020204030204"/>
              </a:rPr>
              <a:t>: XAMPP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4FA26BBB-064F-F797-3893-88413F6D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0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0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28C4-15AD-CB8D-8075-9EACC7858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METHODOLOGY:</a:t>
            </a:r>
            <a:endParaRPr lang="en-US" sz="2000" b="1" dirty="0">
              <a:ea typeface="Calibri Light"/>
              <a:cs typeface="Calibri Light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A5534-2E47-E03E-1E0D-CCC9E87B2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1. </a:t>
            </a:r>
            <a:r>
              <a:rPr lang="en-US" sz="1700" u="sng" dirty="0">
                <a:latin typeface="Times New Roman"/>
                <a:ea typeface="+mn-lt"/>
                <a:cs typeface="+mn-lt"/>
              </a:rPr>
              <a:t>Data Collection</a:t>
            </a:r>
            <a:r>
              <a:rPr lang="en-US" sz="1700" dirty="0">
                <a:latin typeface="Times New Roman"/>
                <a:ea typeface="+mn-lt"/>
                <a:cs typeface="+mn-lt"/>
              </a:rPr>
              <a:t>: Answer sheets are collected and scanned to convert handwritten text into digital images.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2. </a:t>
            </a:r>
            <a:r>
              <a:rPr lang="en-US" sz="1700" u="sng" dirty="0">
                <a:latin typeface="Times New Roman"/>
                <a:ea typeface="+mn-lt"/>
                <a:cs typeface="+mn-lt"/>
              </a:rPr>
              <a:t>Optical Character Recognition (OCR)</a:t>
            </a:r>
            <a:r>
              <a:rPr lang="en-US" sz="1700" dirty="0">
                <a:latin typeface="Times New Roman"/>
                <a:ea typeface="+mn-lt"/>
                <a:cs typeface="+mn-lt"/>
              </a:rPr>
              <a:t>: Google's Tesseract OCR engine is used to recognize and extract text from images.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3. </a:t>
            </a:r>
            <a:r>
              <a:rPr lang="en-US" sz="1700" u="sng" dirty="0">
                <a:latin typeface="Times New Roman"/>
                <a:ea typeface="+mn-lt"/>
                <a:cs typeface="+mn-lt"/>
              </a:rPr>
              <a:t>Natural Language Processing (NLP)</a:t>
            </a:r>
            <a:r>
              <a:rPr lang="en-US" sz="1700" dirty="0">
                <a:latin typeface="Times New Roman"/>
                <a:ea typeface="+mn-lt"/>
                <a:cs typeface="+mn-lt"/>
              </a:rPr>
              <a:t>: Extracted text is processed using NLP techniques to analyze and evaluate answers.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4.</a:t>
            </a:r>
            <a:r>
              <a:rPr lang="en-US" sz="1700" u="sng" dirty="0">
                <a:latin typeface="Times New Roman"/>
                <a:ea typeface="+mn-lt"/>
                <a:cs typeface="+mn-lt"/>
              </a:rPr>
              <a:t> Database Design</a:t>
            </a:r>
            <a:r>
              <a:rPr lang="en-US" sz="1700" dirty="0">
                <a:latin typeface="Times New Roman"/>
                <a:ea typeface="+mn-lt"/>
                <a:cs typeface="+mn-lt"/>
              </a:rPr>
              <a:t>: A database is designed to store extracted answers and evaluation results, ensuring easy accessibility.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5. </a:t>
            </a:r>
            <a:r>
              <a:rPr lang="en-US" sz="1700" u="sng" dirty="0">
                <a:latin typeface="Times New Roman"/>
                <a:ea typeface="+mn-lt"/>
                <a:cs typeface="+mn-lt"/>
              </a:rPr>
              <a:t>User Authentication :</a:t>
            </a:r>
            <a:r>
              <a:rPr lang="en-US" sz="1700" dirty="0">
                <a:latin typeface="Times New Roman"/>
                <a:ea typeface="+mn-lt"/>
                <a:cs typeface="+mn-lt"/>
              </a:rPr>
              <a:t> For the users register and log in using their id card number and PIN.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latin typeface="Times New Roman"/>
                <a:ea typeface="+mn-lt"/>
                <a:cs typeface="+mn-lt"/>
              </a:rPr>
              <a:t>6. </a:t>
            </a:r>
            <a:r>
              <a:rPr lang="en-US" sz="1700" u="sng" dirty="0">
                <a:latin typeface="Times New Roman"/>
                <a:ea typeface="+mn-lt"/>
                <a:cs typeface="+mn-lt"/>
              </a:rPr>
              <a:t>Result Analysis</a:t>
            </a:r>
            <a:r>
              <a:rPr lang="en-US" sz="1700" dirty="0">
                <a:latin typeface="Times New Roman"/>
                <a:ea typeface="+mn-lt"/>
                <a:cs typeface="+mn-lt"/>
              </a:rPr>
              <a:t>: The system provides unbiased results, reducing human errors and saving time and effort for teachers.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46CC7811-FD4B-917D-B579-F8F7DED28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0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87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3C6F-C36A-9E84-861C-8354A3ED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DESIGN/ARCHITECTURE:</a:t>
            </a:r>
            <a:endParaRPr lang="en-US" b="1" dirty="0">
              <a:ea typeface="Calibri Light"/>
              <a:cs typeface="Calibri Light"/>
            </a:endParaRPr>
          </a:p>
          <a:p>
            <a:endParaRPr lang="en-US" b="1" dirty="0">
              <a:ea typeface="Calibri Light"/>
              <a:cs typeface="Calibri Light"/>
            </a:endParaRPr>
          </a:p>
        </p:txBody>
      </p:sp>
      <p:pic>
        <p:nvPicPr>
          <p:cNvPr id="4" name="Content Placeholder 3" descr="A diagram of a student answer&#10;&#10;AI-generated content may be incorrect.">
            <a:extLst>
              <a:ext uri="{FF2B5EF4-FFF2-40B4-BE49-F238E27FC236}">
                <a16:creationId xmlns:a16="http://schemas.microsoft.com/office/drawing/2014/main" id="{1A799041-950D-691B-40E2-66E825D9A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146" y="1572997"/>
            <a:ext cx="4687707" cy="433074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48DF8B-B953-75D3-06B7-527C99D7714E}"/>
              </a:ext>
            </a:extLst>
          </p:cNvPr>
          <p:cNvSpPr txBox="1"/>
          <p:nvPr/>
        </p:nvSpPr>
        <p:spPr>
          <a:xfrm>
            <a:off x="1407366" y="6256157"/>
            <a:ext cx="4698999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dirty="0">
                <a:latin typeface="Times New Roman"/>
                <a:ea typeface="+mn-lt"/>
                <a:cs typeface="+mn-lt"/>
              </a:rPr>
              <a:t>Answer Sheet Evaluation System</a:t>
            </a:r>
            <a:endParaRPr lang="en-US" sz="1700">
              <a:latin typeface="Times New Roman"/>
              <a:ea typeface="Calibri"/>
              <a:cs typeface="Calibri"/>
            </a:endParaRPr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EC3B0B76-FD3D-27A9-9E6E-D1370B10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055" y="1682115"/>
            <a:ext cx="4687570" cy="25692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E4B9BE-43C6-6534-19B1-2393DA729A66}"/>
              </a:ext>
            </a:extLst>
          </p:cNvPr>
          <p:cNvSpPr txBox="1"/>
          <p:nvPr/>
        </p:nvSpPr>
        <p:spPr>
          <a:xfrm>
            <a:off x="8087360" y="4594860"/>
            <a:ext cx="4495800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dirty="0">
                <a:latin typeface="Times New Roman"/>
                <a:ea typeface="+mn-lt"/>
                <a:cs typeface="+mn-lt"/>
              </a:rPr>
              <a:t>System Design </a:t>
            </a:r>
            <a:endParaRPr lang="en-US" sz="1700">
              <a:latin typeface="Times New Roman"/>
              <a:ea typeface="Calibri"/>
              <a:cs typeface="Calibri"/>
            </a:endParaRPr>
          </a:p>
        </p:txBody>
      </p:sp>
      <p:pic>
        <p:nvPicPr>
          <p:cNvPr id="8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9B6AE738-4B94-9914-6218-D7C7E269B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119" y="-3622"/>
            <a:ext cx="1465342" cy="105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7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996E-3BF7-7D66-568C-697E7DB3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DESIGN/ARCHITECTURE </a:t>
            </a:r>
          </a:p>
          <a:p>
            <a:endParaRPr lang="en-US" sz="2000" b="1" dirty="0">
              <a:ea typeface="Calibri Light"/>
              <a:cs typeface="Calibri Light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11E4E-FDDB-B26D-CBDC-389061B36195}"/>
              </a:ext>
            </a:extLst>
          </p:cNvPr>
          <p:cNvSpPr txBox="1"/>
          <p:nvPr/>
        </p:nvSpPr>
        <p:spPr>
          <a:xfrm>
            <a:off x="5282449" y="5455780"/>
            <a:ext cx="2450544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dirty="0">
                <a:latin typeface="Times New Roman"/>
                <a:ea typeface="+mn-lt"/>
                <a:cs typeface="Times New Roman"/>
              </a:rPr>
              <a:t>Data Flow Diagram </a:t>
            </a:r>
            <a:endParaRPr lang="en-US" sz="1700">
              <a:latin typeface="Times New Roman"/>
              <a:cs typeface="Times New Roman"/>
            </a:endParaRPr>
          </a:p>
        </p:txBody>
      </p:sp>
      <p:pic>
        <p:nvPicPr>
          <p:cNvPr id="6" name="Picture 5" descr="A diagram of a question&#10;&#10;AI-generated content may be incorrect.">
            <a:extLst>
              <a:ext uri="{FF2B5EF4-FFF2-40B4-BE49-F238E27FC236}">
                <a16:creationId xmlns:a16="http://schemas.microsoft.com/office/drawing/2014/main" id="{CF8926EE-B443-B434-FBC1-CCA3DD599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355" y="1685717"/>
            <a:ext cx="7935290" cy="344238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956755BA-FA83-62EB-97EA-B971FE74B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119" y="-3622"/>
            <a:ext cx="1465342" cy="10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30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BE3E-C7E8-A060-BF3E-F1B2A948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/>
                <a:cs typeface="Times New Roman"/>
              </a:rPr>
              <a:t>REFERENCES</a:t>
            </a:r>
            <a:r>
              <a:rPr lang="en-IN" sz="2000" b="1" dirty="0">
                <a:latin typeface="Times New Roman"/>
                <a:cs typeface="Times New Roman"/>
              </a:rPr>
              <a:t> </a:t>
            </a:r>
            <a:endParaRPr lang="en-US" sz="2000" b="1" dirty="0">
              <a:latin typeface="Times New Roman"/>
              <a:cs typeface="Times New Roman"/>
            </a:endParaRPr>
          </a:p>
          <a:p>
            <a:endParaRPr lang="en-US" sz="2000" b="1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128C-6B73-32CF-095A-027B43EB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247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lnSpc>
                <a:spcPct val="120000"/>
              </a:lnSpc>
              <a:buAutoNum type="arabicPeriod"/>
            </a:pP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+mn-lt"/>
              </a:rPr>
              <a:t>Johnson, K. (2003). The impact of grading on student motivation. Journal of Educational Research, 96(4), 211-218.</a:t>
            </a:r>
            <a:endParaRPr lang="en-US" sz="1700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endParaRPr lang="en-US" sz="17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+mn-lt"/>
              </a:rPr>
              <a:t>Kumar, A., Kumar, P., &amp; Gupta, S. (2017). Automated evaluation system using NLP and OCR. International Journal of Advanced Research in Computer Science, 8(3), 533-538.</a:t>
            </a:r>
            <a:endParaRPr lang="en-US" sz="17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endParaRPr lang="en-US" sz="17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+mn-lt"/>
              </a:rPr>
              <a:t>Plamondon, R., &amp; Srihari, S. N. (2000). Online and off-line handwriting recognition: A comprehensive survey. IEEE Transactions on Pattern Analysis and Machine Intelligence, 22(1), 63-84.</a:t>
            </a:r>
            <a:endParaRPr lang="en-US" sz="17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endParaRPr lang="en-US" sz="1700" dirty="0">
              <a:latin typeface="Times New Roman"/>
              <a:cs typeface="Times New Roman"/>
            </a:endParaRP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1700" dirty="0">
                <a:latin typeface="Times New Roman"/>
                <a:ea typeface="+mn-lt"/>
                <a:cs typeface="+mn-lt"/>
              </a:rPr>
              <a:t>Smith, R., Kumar, A., &amp; Singh, A. (2019). Tesseract-OCR: An open-source optical character recognition engine. International Journal of Scientific Research in Computer Science and Engineering, 7(3), 1-5.</a:t>
            </a:r>
            <a:endParaRPr lang="en-US" sz="1700" dirty="0">
              <a:latin typeface="Times New Roman"/>
              <a:cs typeface="Times New Roman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7787DD78-310E-9367-1505-C1E22081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66768" cy="102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06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202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CMR Technical Campus Department of CSE </vt:lpstr>
      <vt:lpstr>Index</vt:lpstr>
      <vt:lpstr>PowerPoint Presentation</vt:lpstr>
      <vt:lpstr>ABSTRACT:</vt:lpstr>
      <vt:lpstr>INTRODUCTION: </vt:lpstr>
      <vt:lpstr>LITERATURE REVIEW  </vt:lpstr>
      <vt:lpstr>PROBLEM DEFINITION: </vt:lpstr>
      <vt:lpstr>OBJECTIVES: </vt:lpstr>
      <vt:lpstr>REQUIREMENT ANALYSIS:  </vt:lpstr>
      <vt:lpstr>METHODOLOGY: </vt:lpstr>
      <vt:lpstr>DESIGN/ARCHITECTURE: </vt:lpstr>
      <vt:lpstr>DESIGN/ARCHITECTURE   </vt:lpstr>
      <vt:lpstr>REFERENCES 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Vishali Pandiri</cp:lastModifiedBy>
  <cp:revision>552</cp:revision>
  <dcterms:created xsi:type="dcterms:W3CDTF">2024-03-19T15:57:58Z</dcterms:created>
  <dcterms:modified xsi:type="dcterms:W3CDTF">2025-03-22T06:35:53Z</dcterms:modified>
</cp:coreProperties>
</file>