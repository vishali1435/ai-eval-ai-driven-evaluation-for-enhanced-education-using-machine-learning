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8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9" r:id="rId15"/>
    <p:sldId id="272" r:id="rId16"/>
    <p:sldId id="273" r:id="rId17"/>
    <p:sldId id="274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2CA1F5-A94A-1960-294F-FB241A0C39A2}" v="691" dt="2025-04-18T16:36:51.273"/>
    <p1510:client id="{7EA436C9-77B9-B47A-EF77-C3824E1B13BC}" v="322" dt="2025-04-18T13:47:10.681"/>
    <p1510:client id="{FD3E71BE-73D7-7971-BF8C-D22D1409B4FB}" v="562" dt="2025-04-19T04:54:01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i Pandiri" userId="1909799fb30ec566" providerId="Windows Live" clId="Web-{7EA436C9-77B9-B47A-EF77-C3824E1B13BC}"/>
    <pc:docChg chg="addSld delSld modSld sldOrd">
      <pc:chgData name="Vishali Pandiri" userId="1909799fb30ec566" providerId="Windows Live" clId="Web-{7EA436C9-77B9-B47A-EF77-C3824E1B13BC}" dt="2025-04-18T13:47:10.681" v="231" actId="20577"/>
      <pc:docMkLst>
        <pc:docMk/>
      </pc:docMkLst>
      <pc:sldChg chg="add del">
        <pc:chgData name="Vishali Pandiri" userId="1909799fb30ec566" providerId="Windows Live" clId="Web-{7EA436C9-77B9-B47A-EF77-C3824E1B13BC}" dt="2025-04-18T13:25:34.982" v="31"/>
        <pc:sldMkLst>
          <pc:docMk/>
          <pc:sldMk cId="109857222" sldId="256"/>
        </pc:sldMkLst>
      </pc:sldChg>
      <pc:sldChg chg="add">
        <pc:chgData name="Vishali Pandiri" userId="1909799fb30ec566" providerId="Windows Live" clId="Web-{7EA436C9-77B9-B47A-EF77-C3824E1B13BC}" dt="2025-04-18T13:22:38.444" v="0"/>
        <pc:sldMkLst>
          <pc:docMk/>
          <pc:sldMk cId="3636637094" sldId="257"/>
        </pc:sldMkLst>
      </pc:sldChg>
      <pc:sldChg chg="add">
        <pc:chgData name="Vishali Pandiri" userId="1909799fb30ec566" providerId="Windows Live" clId="Web-{7EA436C9-77B9-B47A-EF77-C3824E1B13BC}" dt="2025-04-18T13:25:54.263" v="33"/>
        <pc:sldMkLst>
          <pc:docMk/>
          <pc:sldMk cId="2388638873" sldId="258"/>
        </pc:sldMkLst>
      </pc:sldChg>
      <pc:sldChg chg="addSp delSp modSp add del">
        <pc:chgData name="Vishali Pandiri" userId="1909799fb30ec566" providerId="Windows Live" clId="Web-{7EA436C9-77B9-B47A-EF77-C3824E1B13BC}" dt="2025-04-18T13:25:26.497" v="29"/>
        <pc:sldMkLst>
          <pc:docMk/>
          <pc:sldMk cId="3459465694" sldId="258"/>
        </pc:sldMkLst>
        <pc:spChg chg="add del mod">
          <ac:chgData name="Vishali Pandiri" userId="1909799fb30ec566" providerId="Windows Live" clId="Web-{7EA436C9-77B9-B47A-EF77-C3824E1B13BC}" dt="2025-04-18T13:25:26.450" v="28" actId="20577"/>
          <ac:spMkLst>
            <pc:docMk/>
            <pc:sldMk cId="3459465694" sldId="258"/>
            <ac:spMk id="5" creationId="{50E35079-FEB8-1858-8F76-4E4838640443}"/>
          </ac:spMkLst>
        </pc:spChg>
      </pc:sldChg>
      <pc:sldChg chg="add del replId">
        <pc:chgData name="Vishali Pandiri" userId="1909799fb30ec566" providerId="Windows Live" clId="Web-{7EA436C9-77B9-B47A-EF77-C3824E1B13BC}" dt="2025-04-18T13:25:25.200" v="26"/>
        <pc:sldMkLst>
          <pc:docMk/>
          <pc:sldMk cId="2080646819" sldId="259"/>
        </pc:sldMkLst>
      </pc:sldChg>
      <pc:sldChg chg="modSp add ord">
        <pc:chgData name="Vishali Pandiri" userId="1909799fb30ec566" providerId="Windows Live" clId="Web-{7EA436C9-77B9-B47A-EF77-C3824E1B13BC}" dt="2025-04-18T13:37:59.940" v="142" actId="20577"/>
        <pc:sldMkLst>
          <pc:docMk/>
          <pc:sldMk cId="3459465694" sldId="259"/>
        </pc:sldMkLst>
        <pc:spChg chg="mod">
          <ac:chgData name="Vishali Pandiri" userId="1909799fb30ec566" providerId="Windows Live" clId="Web-{7EA436C9-77B9-B47A-EF77-C3824E1B13BC}" dt="2025-04-18T13:36:14.389" v="125" actId="14100"/>
          <ac:spMkLst>
            <pc:docMk/>
            <pc:sldMk cId="3459465694" sldId="259"/>
            <ac:spMk id="2" creationId="{D53BE7D9-79DA-2FC3-422B-CBFEF3CC7471}"/>
          </ac:spMkLst>
        </pc:spChg>
        <pc:spChg chg="mod">
          <ac:chgData name="Vishali Pandiri" userId="1909799fb30ec566" providerId="Windows Live" clId="Web-{7EA436C9-77B9-B47A-EF77-C3824E1B13BC}" dt="2025-04-18T13:37:59.940" v="142" actId="20577"/>
          <ac:spMkLst>
            <pc:docMk/>
            <pc:sldMk cId="3459465694" sldId="259"/>
            <ac:spMk id="5" creationId="{50E35079-FEB8-1858-8F76-4E4838640443}"/>
          </ac:spMkLst>
        </pc:spChg>
      </pc:sldChg>
      <pc:sldChg chg="modSp new del">
        <pc:chgData name="Vishali Pandiri" userId="1909799fb30ec566" providerId="Windows Live" clId="Web-{7EA436C9-77B9-B47A-EF77-C3824E1B13BC}" dt="2025-04-18T13:38:30.363" v="147"/>
        <pc:sldMkLst>
          <pc:docMk/>
          <pc:sldMk cId="2203109596" sldId="260"/>
        </pc:sldMkLst>
        <pc:spChg chg="mod">
          <ac:chgData name="Vishali Pandiri" userId="1909799fb30ec566" providerId="Windows Live" clId="Web-{7EA436C9-77B9-B47A-EF77-C3824E1B13BC}" dt="2025-04-18T13:38:09.065" v="145" actId="20577"/>
          <ac:spMkLst>
            <pc:docMk/>
            <pc:sldMk cId="2203109596" sldId="260"/>
            <ac:spMk id="2" creationId="{E33F2FC1-F2DD-0AD4-4BD5-D086EA195BA7}"/>
          </ac:spMkLst>
        </pc:spChg>
      </pc:sldChg>
      <pc:sldChg chg="add del replId">
        <pc:chgData name="Vishali Pandiri" userId="1909799fb30ec566" providerId="Windows Live" clId="Web-{7EA436C9-77B9-B47A-EF77-C3824E1B13BC}" dt="2025-04-18T13:25:22.294" v="25"/>
        <pc:sldMkLst>
          <pc:docMk/>
          <pc:sldMk cId="3773084994" sldId="260"/>
        </pc:sldMkLst>
      </pc:sldChg>
      <pc:sldChg chg="add">
        <pc:chgData name="Vishali Pandiri" userId="1909799fb30ec566" providerId="Windows Live" clId="Web-{7EA436C9-77B9-B47A-EF77-C3824E1B13BC}" dt="2025-04-18T13:38:28.659" v="146"/>
        <pc:sldMkLst>
          <pc:docMk/>
          <pc:sldMk cId="3243811156" sldId="261"/>
        </pc:sldMkLst>
      </pc:sldChg>
      <pc:sldChg chg="add del replId">
        <pc:chgData name="Vishali Pandiri" userId="1909799fb30ec566" providerId="Windows Live" clId="Web-{7EA436C9-77B9-B47A-EF77-C3824E1B13BC}" dt="2025-04-18T13:27:05.704" v="34"/>
        <pc:sldMkLst>
          <pc:docMk/>
          <pc:sldMk cId="3765748238" sldId="261"/>
        </pc:sldMkLst>
      </pc:sldChg>
      <pc:sldChg chg="add del replId">
        <pc:chgData name="Vishali Pandiri" userId="1909799fb30ec566" providerId="Windows Live" clId="Web-{7EA436C9-77B9-B47A-EF77-C3824E1B13BC}" dt="2025-04-18T13:25:18.981" v="23"/>
        <pc:sldMkLst>
          <pc:docMk/>
          <pc:sldMk cId="823863317" sldId="262"/>
        </pc:sldMkLst>
      </pc:sldChg>
      <pc:sldChg chg="modSp add">
        <pc:chgData name="Vishali Pandiri" userId="1909799fb30ec566" providerId="Windows Live" clId="Web-{7EA436C9-77B9-B47A-EF77-C3824E1B13BC}" dt="2025-04-18T13:47:10.681" v="231" actId="20577"/>
        <pc:sldMkLst>
          <pc:docMk/>
          <pc:sldMk cId="2987161835" sldId="262"/>
        </pc:sldMkLst>
        <pc:spChg chg="mod">
          <ac:chgData name="Vishali Pandiri" userId="1909799fb30ec566" providerId="Windows Live" clId="Web-{7EA436C9-77B9-B47A-EF77-C3824E1B13BC}" dt="2025-04-18T13:46:05.085" v="204" actId="14100"/>
          <ac:spMkLst>
            <pc:docMk/>
            <pc:sldMk cId="2987161835" sldId="262"/>
            <ac:spMk id="2" creationId="{D53BE7D9-79DA-2FC3-422B-CBFEF3CC7471}"/>
          </ac:spMkLst>
        </pc:spChg>
        <pc:spChg chg="mod">
          <ac:chgData name="Vishali Pandiri" userId="1909799fb30ec566" providerId="Windows Live" clId="Web-{7EA436C9-77B9-B47A-EF77-C3824E1B13BC}" dt="2025-04-18T13:47:10.681" v="231" actId="20577"/>
          <ac:spMkLst>
            <pc:docMk/>
            <pc:sldMk cId="2987161835" sldId="262"/>
            <ac:spMk id="5" creationId="{50E35079-FEB8-1858-8F76-4E4838640443}"/>
          </ac:spMkLst>
        </pc:spChg>
      </pc:sldChg>
      <pc:sldChg chg="add del replId">
        <pc:chgData name="Vishali Pandiri" userId="1909799fb30ec566" providerId="Windows Live" clId="Web-{7EA436C9-77B9-B47A-EF77-C3824E1B13BC}" dt="2025-04-18T13:25:16.856" v="22"/>
        <pc:sldMkLst>
          <pc:docMk/>
          <pc:sldMk cId="1955728785" sldId="263"/>
        </pc:sldMkLst>
      </pc:sldChg>
      <pc:sldChg chg="add del replId">
        <pc:chgData name="Vishali Pandiri" userId="1909799fb30ec566" providerId="Windows Live" clId="Web-{7EA436C9-77B9-B47A-EF77-C3824E1B13BC}" dt="2025-04-18T13:25:13.324" v="21"/>
        <pc:sldMkLst>
          <pc:docMk/>
          <pc:sldMk cId="2106415089" sldId="264"/>
        </pc:sldMkLst>
      </pc:sldChg>
      <pc:sldChg chg="add del replId">
        <pc:chgData name="Vishali Pandiri" userId="1909799fb30ec566" providerId="Windows Live" clId="Web-{7EA436C9-77B9-B47A-EF77-C3824E1B13BC}" dt="2025-04-18T13:25:12.059" v="20"/>
        <pc:sldMkLst>
          <pc:docMk/>
          <pc:sldMk cId="31352004" sldId="265"/>
        </pc:sldMkLst>
      </pc:sldChg>
      <pc:sldChg chg="add del replId">
        <pc:chgData name="Vishali Pandiri" userId="1909799fb30ec566" providerId="Windows Live" clId="Web-{7EA436C9-77B9-B47A-EF77-C3824E1B13BC}" dt="2025-04-18T13:25:09.949" v="19"/>
        <pc:sldMkLst>
          <pc:docMk/>
          <pc:sldMk cId="2754166716" sldId="266"/>
        </pc:sldMkLst>
      </pc:sldChg>
      <pc:sldChg chg="add del replId">
        <pc:chgData name="Vishali Pandiri" userId="1909799fb30ec566" providerId="Windows Live" clId="Web-{7EA436C9-77B9-B47A-EF77-C3824E1B13BC}" dt="2025-04-18T13:25:07.637" v="18"/>
        <pc:sldMkLst>
          <pc:docMk/>
          <pc:sldMk cId="3679338222" sldId="267"/>
        </pc:sldMkLst>
      </pc:sldChg>
      <pc:sldChg chg="add del replId">
        <pc:chgData name="Vishali Pandiri" userId="1909799fb30ec566" providerId="Windows Live" clId="Web-{7EA436C9-77B9-B47A-EF77-C3824E1B13BC}" dt="2025-04-18T13:25:06.043" v="17"/>
        <pc:sldMkLst>
          <pc:docMk/>
          <pc:sldMk cId="451475788" sldId="268"/>
        </pc:sldMkLst>
      </pc:sldChg>
    </pc:docChg>
  </pc:docChgLst>
  <pc:docChgLst>
    <pc:chgData name="Vishali Pandiri" userId="1909799fb30ec566" providerId="Windows Live" clId="Web-{2B2CA1F5-A94A-1960-294F-FB241A0C39A2}"/>
    <pc:docChg chg="addSld modSld sldOrd">
      <pc:chgData name="Vishali Pandiri" userId="1909799fb30ec566" providerId="Windows Live" clId="Web-{2B2CA1F5-A94A-1960-294F-FB241A0C39A2}" dt="2025-04-18T16:36:51.273" v="553"/>
      <pc:docMkLst>
        <pc:docMk/>
      </pc:docMkLst>
      <pc:sldChg chg="modSp">
        <pc:chgData name="Vishali Pandiri" userId="1909799fb30ec566" providerId="Windows Live" clId="Web-{2B2CA1F5-A94A-1960-294F-FB241A0C39A2}" dt="2025-04-18T15:33:40.216" v="388" actId="20577"/>
        <pc:sldMkLst>
          <pc:docMk/>
          <pc:sldMk cId="3459465694" sldId="259"/>
        </pc:sldMkLst>
        <pc:spChg chg="mod">
          <ac:chgData name="Vishali Pandiri" userId="1909799fb30ec566" providerId="Windows Live" clId="Web-{2B2CA1F5-A94A-1960-294F-FB241A0C39A2}" dt="2025-04-18T15:33:40.216" v="388" actId="20577"/>
          <ac:spMkLst>
            <pc:docMk/>
            <pc:sldMk cId="3459465694" sldId="259"/>
            <ac:spMk id="5" creationId="{50E35079-FEB8-1858-8F76-4E4838640443}"/>
          </ac:spMkLst>
        </pc:spChg>
      </pc:sldChg>
      <pc:sldChg chg="modSp">
        <pc:chgData name="Vishali Pandiri" userId="1909799fb30ec566" providerId="Windows Live" clId="Web-{2B2CA1F5-A94A-1960-294F-FB241A0C39A2}" dt="2025-04-18T15:13:57.064" v="208" actId="20577"/>
        <pc:sldMkLst>
          <pc:docMk/>
          <pc:sldMk cId="2987161835" sldId="262"/>
        </pc:sldMkLst>
        <pc:spChg chg="mod">
          <ac:chgData name="Vishali Pandiri" userId="1909799fb30ec566" providerId="Windows Live" clId="Web-{2B2CA1F5-A94A-1960-294F-FB241A0C39A2}" dt="2025-04-18T14:52:00.106" v="0" actId="20577"/>
          <ac:spMkLst>
            <pc:docMk/>
            <pc:sldMk cId="2987161835" sldId="262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5:13:57.064" v="208" actId="20577"/>
          <ac:spMkLst>
            <pc:docMk/>
            <pc:sldMk cId="2987161835" sldId="262"/>
            <ac:spMk id="5" creationId="{50E35079-FEB8-1858-8F76-4E4838640443}"/>
          </ac:spMkLst>
        </pc:spChg>
      </pc:sldChg>
      <pc:sldChg chg="modSp add ord">
        <pc:chgData name="Vishali Pandiri" userId="1909799fb30ec566" providerId="Windows Live" clId="Web-{2B2CA1F5-A94A-1960-294F-FB241A0C39A2}" dt="2025-04-18T15:11:46.481" v="157" actId="20577"/>
        <pc:sldMkLst>
          <pc:docMk/>
          <pc:sldMk cId="405025873" sldId="263"/>
        </pc:sldMkLst>
        <pc:spChg chg="mod">
          <ac:chgData name="Vishali Pandiri" userId="1909799fb30ec566" providerId="Windows Live" clId="Web-{2B2CA1F5-A94A-1960-294F-FB241A0C39A2}" dt="2025-04-18T14:55:15.968" v="40" actId="14100"/>
          <ac:spMkLst>
            <pc:docMk/>
            <pc:sldMk cId="405025873" sldId="263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5:11:46.481" v="157" actId="20577"/>
          <ac:spMkLst>
            <pc:docMk/>
            <pc:sldMk cId="405025873" sldId="263"/>
            <ac:spMk id="5" creationId="{50E35079-FEB8-1858-8F76-4E4838640443}"/>
          </ac:spMkLst>
        </pc:spChg>
      </pc:sldChg>
      <pc:sldChg chg="modSp add">
        <pc:chgData name="Vishali Pandiri" userId="1909799fb30ec566" providerId="Windows Live" clId="Web-{2B2CA1F5-A94A-1960-294F-FB241A0C39A2}" dt="2025-04-18T15:04:05.446" v="124" actId="14100"/>
        <pc:sldMkLst>
          <pc:docMk/>
          <pc:sldMk cId="2384657008" sldId="264"/>
        </pc:sldMkLst>
        <pc:spChg chg="mod">
          <ac:chgData name="Vishali Pandiri" userId="1909799fb30ec566" providerId="Windows Live" clId="Web-{2B2CA1F5-A94A-1960-294F-FB241A0C39A2}" dt="2025-04-18T15:04:05.446" v="124" actId="14100"/>
          <ac:spMkLst>
            <pc:docMk/>
            <pc:sldMk cId="2384657008" sldId="264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5:01:22.226" v="118" actId="14100"/>
          <ac:spMkLst>
            <pc:docMk/>
            <pc:sldMk cId="2384657008" sldId="264"/>
            <ac:spMk id="5" creationId="{50E35079-FEB8-1858-8F76-4E4838640443}"/>
          </ac:spMkLst>
        </pc:spChg>
      </pc:sldChg>
      <pc:sldChg chg="modSp add">
        <pc:chgData name="Vishali Pandiri" userId="1909799fb30ec566" providerId="Windows Live" clId="Web-{2B2CA1F5-A94A-1960-294F-FB241A0C39A2}" dt="2025-04-18T15:12:00.466" v="163" actId="20577"/>
        <pc:sldMkLst>
          <pc:docMk/>
          <pc:sldMk cId="4043767852" sldId="265"/>
        </pc:sldMkLst>
        <pc:spChg chg="mod">
          <ac:chgData name="Vishali Pandiri" userId="1909799fb30ec566" providerId="Windows Live" clId="Web-{2B2CA1F5-A94A-1960-294F-FB241A0C39A2}" dt="2025-04-18T15:06:25.900" v="135" actId="20577"/>
          <ac:spMkLst>
            <pc:docMk/>
            <pc:sldMk cId="4043767852" sldId="265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5:12:00.466" v="163" actId="20577"/>
          <ac:spMkLst>
            <pc:docMk/>
            <pc:sldMk cId="4043767852" sldId="265"/>
            <ac:spMk id="5" creationId="{50E35079-FEB8-1858-8F76-4E4838640443}"/>
          </ac:spMkLst>
        </pc:spChg>
      </pc:sldChg>
      <pc:sldChg chg="addSp delSp modSp add">
        <pc:chgData name="Vishali Pandiri" userId="1909799fb30ec566" providerId="Windows Live" clId="Web-{2B2CA1F5-A94A-1960-294F-FB241A0C39A2}" dt="2025-04-18T15:30:32.838" v="361"/>
        <pc:sldMkLst>
          <pc:docMk/>
          <pc:sldMk cId="1932203531" sldId="266"/>
        </pc:sldMkLst>
        <pc:spChg chg="mod">
          <ac:chgData name="Vishali Pandiri" userId="1909799fb30ec566" providerId="Windows Live" clId="Web-{2B2CA1F5-A94A-1960-294F-FB241A0C39A2}" dt="2025-04-18T15:29:32.885" v="358" actId="20577"/>
          <ac:spMkLst>
            <pc:docMk/>
            <pc:sldMk cId="1932203531" sldId="266"/>
            <ac:spMk id="2" creationId="{6B3F50FB-D19B-AB44-76FB-697C01FDFEF1}"/>
          </ac:spMkLst>
        </pc:spChg>
        <pc:spChg chg="mod">
          <ac:chgData name="Vishali Pandiri" userId="1909799fb30ec566" providerId="Windows Live" clId="Web-{2B2CA1F5-A94A-1960-294F-FB241A0C39A2}" dt="2025-04-18T15:29:28.197" v="357" actId="20577"/>
          <ac:spMkLst>
            <pc:docMk/>
            <pc:sldMk cId="1932203531" sldId="266"/>
            <ac:spMk id="3" creationId="{07200E14-8376-F2E1-ACA1-750F0868094A}"/>
          </ac:spMkLst>
        </pc:spChg>
        <pc:spChg chg="add del mod">
          <ac:chgData name="Vishali Pandiri" userId="1909799fb30ec566" providerId="Windows Live" clId="Web-{2B2CA1F5-A94A-1960-294F-FB241A0C39A2}" dt="2025-04-18T15:30:32.838" v="361"/>
          <ac:spMkLst>
            <pc:docMk/>
            <pc:sldMk cId="1932203531" sldId="266"/>
            <ac:spMk id="4" creationId="{11FF6E3C-3E1F-2C9B-D462-7101B180EE1A}"/>
          </ac:spMkLst>
        </pc:spChg>
      </pc:sldChg>
      <pc:sldChg chg="modSp add">
        <pc:chgData name="Vishali Pandiri" userId="1909799fb30ec566" providerId="Windows Live" clId="Web-{2B2CA1F5-A94A-1960-294F-FB241A0C39A2}" dt="2025-04-18T15:38:00.330" v="405" actId="14100"/>
        <pc:sldMkLst>
          <pc:docMk/>
          <pc:sldMk cId="3508800835" sldId="267"/>
        </pc:sldMkLst>
        <pc:spChg chg="mod">
          <ac:chgData name="Vishali Pandiri" userId="1909799fb30ec566" providerId="Windows Live" clId="Web-{2B2CA1F5-A94A-1960-294F-FB241A0C39A2}" dt="2025-04-18T15:32:04.434" v="385" actId="20577"/>
          <ac:spMkLst>
            <pc:docMk/>
            <pc:sldMk cId="3508800835" sldId="267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5:38:00.330" v="405" actId="14100"/>
          <ac:spMkLst>
            <pc:docMk/>
            <pc:sldMk cId="3508800835" sldId="267"/>
            <ac:spMk id="5" creationId="{50E35079-FEB8-1858-8F76-4E4838640443}"/>
          </ac:spMkLst>
        </pc:spChg>
      </pc:sldChg>
      <pc:sldChg chg="addSp delSp modSp add">
        <pc:chgData name="Vishali Pandiri" userId="1909799fb30ec566" providerId="Windows Live" clId="Web-{2B2CA1F5-A94A-1960-294F-FB241A0C39A2}" dt="2025-04-18T16:03:32.178" v="466"/>
        <pc:sldMkLst>
          <pc:docMk/>
          <pc:sldMk cId="3361858045" sldId="268"/>
        </pc:sldMkLst>
        <pc:spChg chg="mod">
          <ac:chgData name="Vishali Pandiri" userId="1909799fb30ec566" providerId="Windows Live" clId="Web-{2B2CA1F5-A94A-1960-294F-FB241A0C39A2}" dt="2025-04-18T16:03:14.537" v="460" actId="20577"/>
          <ac:spMkLst>
            <pc:docMk/>
            <pc:sldMk cId="3361858045" sldId="268"/>
            <ac:spMk id="2" creationId="{D53BE7D9-79DA-2FC3-422B-CBFEF3CC7471}"/>
          </ac:spMkLst>
        </pc:spChg>
        <pc:spChg chg="del mod">
          <ac:chgData name="Vishali Pandiri" userId="1909799fb30ec566" providerId="Windows Live" clId="Web-{2B2CA1F5-A94A-1960-294F-FB241A0C39A2}" dt="2025-04-18T16:03:32.178" v="466"/>
          <ac:spMkLst>
            <pc:docMk/>
            <pc:sldMk cId="3361858045" sldId="268"/>
            <ac:spMk id="5" creationId="{50E35079-FEB8-1858-8F76-4E4838640443}"/>
          </ac:spMkLst>
        </pc:spChg>
        <pc:picChg chg="add mod">
          <ac:chgData name="Vishali Pandiri" userId="1909799fb30ec566" providerId="Windows Live" clId="Web-{2B2CA1F5-A94A-1960-294F-FB241A0C39A2}" dt="2025-04-18T16:03:29.787" v="465" actId="14100"/>
          <ac:picMkLst>
            <pc:docMk/>
            <pc:sldMk cId="3361858045" sldId="268"/>
            <ac:picMk id="3" creationId="{1A1F3F10-19C9-E188-57C7-4D5DC5EAAE86}"/>
          </ac:picMkLst>
        </pc:picChg>
      </pc:sldChg>
      <pc:sldChg chg="modSp add">
        <pc:chgData name="Vishali Pandiri" userId="1909799fb30ec566" providerId="Windows Live" clId="Web-{2B2CA1F5-A94A-1960-294F-FB241A0C39A2}" dt="2025-04-18T16:14:49.550" v="477" actId="20577"/>
        <pc:sldMkLst>
          <pc:docMk/>
          <pc:sldMk cId="1678541558" sldId="269"/>
        </pc:sldMkLst>
        <pc:spChg chg="mod">
          <ac:chgData name="Vishali Pandiri" userId="1909799fb30ec566" providerId="Windows Live" clId="Web-{2B2CA1F5-A94A-1960-294F-FB241A0C39A2}" dt="2025-04-18T15:55:07.470" v="427" actId="20577"/>
          <ac:spMkLst>
            <pc:docMk/>
            <pc:sldMk cId="1678541558" sldId="269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6:14:49.550" v="477" actId="20577"/>
          <ac:spMkLst>
            <pc:docMk/>
            <pc:sldMk cId="1678541558" sldId="269"/>
            <ac:spMk id="5" creationId="{50E35079-FEB8-1858-8F76-4E4838640443}"/>
          </ac:spMkLst>
        </pc:spChg>
      </pc:sldChg>
      <pc:sldChg chg="addSp delSp modSp add">
        <pc:chgData name="Vishali Pandiri" userId="1909799fb30ec566" providerId="Windows Live" clId="Web-{2B2CA1F5-A94A-1960-294F-FB241A0C39A2}" dt="2025-04-18T16:05:25.840" v="474"/>
        <pc:sldMkLst>
          <pc:docMk/>
          <pc:sldMk cId="2856364970" sldId="270"/>
        </pc:sldMkLst>
        <pc:spChg chg="mod">
          <ac:chgData name="Vishali Pandiri" userId="1909799fb30ec566" providerId="Windows Live" clId="Web-{2B2CA1F5-A94A-1960-294F-FB241A0C39A2}" dt="2025-04-18T16:02:26.599" v="459" actId="20577"/>
          <ac:spMkLst>
            <pc:docMk/>
            <pc:sldMk cId="2856364970" sldId="270"/>
            <ac:spMk id="2" creationId="{D53BE7D9-79DA-2FC3-422B-CBFEF3CC7471}"/>
          </ac:spMkLst>
        </pc:spChg>
        <pc:spChg chg="del mod">
          <ac:chgData name="Vishali Pandiri" userId="1909799fb30ec566" providerId="Windows Live" clId="Web-{2B2CA1F5-A94A-1960-294F-FB241A0C39A2}" dt="2025-04-18T16:05:25.840" v="474"/>
          <ac:spMkLst>
            <pc:docMk/>
            <pc:sldMk cId="2856364970" sldId="270"/>
            <ac:spMk id="5" creationId="{50E35079-FEB8-1858-8F76-4E4838640443}"/>
          </ac:spMkLst>
        </pc:spChg>
        <pc:picChg chg="add mod">
          <ac:chgData name="Vishali Pandiri" userId="1909799fb30ec566" providerId="Windows Live" clId="Web-{2B2CA1F5-A94A-1960-294F-FB241A0C39A2}" dt="2025-04-18T16:05:19.558" v="473" actId="14100"/>
          <ac:picMkLst>
            <pc:docMk/>
            <pc:sldMk cId="2856364970" sldId="270"/>
            <ac:picMk id="3" creationId="{3C475258-671C-E68E-3B3D-F625E102A412}"/>
          </ac:picMkLst>
        </pc:picChg>
      </pc:sldChg>
      <pc:sldChg chg="delSp modSp add">
        <pc:chgData name="Vishali Pandiri" userId="1909799fb30ec566" providerId="Windows Live" clId="Web-{2B2CA1F5-A94A-1960-294F-FB241A0C39A2}" dt="2025-04-18T16:26:00.185" v="488"/>
        <pc:sldMkLst>
          <pc:docMk/>
          <pc:sldMk cId="46456398" sldId="271"/>
        </pc:sldMkLst>
        <pc:spChg chg="mod">
          <ac:chgData name="Vishali Pandiri" userId="1909799fb30ec566" providerId="Windows Live" clId="Web-{2B2CA1F5-A94A-1960-294F-FB241A0C39A2}" dt="2025-04-18T16:15:10.316" v="485" actId="20577"/>
          <ac:spMkLst>
            <pc:docMk/>
            <pc:sldMk cId="46456398" sldId="271"/>
            <ac:spMk id="2" creationId="{D53BE7D9-79DA-2FC3-422B-CBFEF3CC7471}"/>
          </ac:spMkLst>
        </pc:spChg>
        <pc:spChg chg="del mod">
          <ac:chgData name="Vishali Pandiri" userId="1909799fb30ec566" providerId="Windows Live" clId="Web-{2B2CA1F5-A94A-1960-294F-FB241A0C39A2}" dt="2025-04-18T16:26:00.185" v="488"/>
          <ac:spMkLst>
            <pc:docMk/>
            <pc:sldMk cId="46456398" sldId="271"/>
            <ac:spMk id="5" creationId="{50E35079-FEB8-1858-8F76-4E4838640443}"/>
          </ac:spMkLst>
        </pc:spChg>
      </pc:sldChg>
      <pc:sldChg chg="delSp modSp add">
        <pc:chgData name="Vishali Pandiri" userId="1909799fb30ec566" providerId="Windows Live" clId="Web-{2B2CA1F5-A94A-1960-294F-FB241A0C39A2}" dt="2025-04-18T16:29:18.017" v="496"/>
        <pc:sldMkLst>
          <pc:docMk/>
          <pc:sldMk cId="1864603367" sldId="272"/>
        </pc:sldMkLst>
        <pc:spChg chg="mod">
          <ac:chgData name="Vishali Pandiri" userId="1909799fb30ec566" providerId="Windows Live" clId="Web-{2B2CA1F5-A94A-1960-294F-FB241A0C39A2}" dt="2025-04-18T16:26:12.295" v="493" actId="20577"/>
          <ac:spMkLst>
            <pc:docMk/>
            <pc:sldMk cId="1864603367" sldId="272"/>
            <ac:spMk id="2" creationId="{D53BE7D9-79DA-2FC3-422B-CBFEF3CC7471}"/>
          </ac:spMkLst>
        </pc:spChg>
        <pc:spChg chg="del mod">
          <ac:chgData name="Vishali Pandiri" userId="1909799fb30ec566" providerId="Windows Live" clId="Web-{2B2CA1F5-A94A-1960-294F-FB241A0C39A2}" dt="2025-04-18T16:29:18.017" v="496"/>
          <ac:spMkLst>
            <pc:docMk/>
            <pc:sldMk cId="1864603367" sldId="272"/>
            <ac:spMk id="5" creationId="{50E35079-FEB8-1858-8F76-4E4838640443}"/>
          </ac:spMkLst>
        </pc:spChg>
      </pc:sldChg>
      <pc:sldChg chg="modSp add">
        <pc:chgData name="Vishali Pandiri" userId="1909799fb30ec566" providerId="Windows Live" clId="Web-{2B2CA1F5-A94A-1960-294F-FB241A0C39A2}" dt="2025-04-18T16:31:27.440" v="526" actId="20577"/>
        <pc:sldMkLst>
          <pc:docMk/>
          <pc:sldMk cId="2435329385" sldId="273"/>
        </pc:sldMkLst>
        <pc:spChg chg="mod">
          <ac:chgData name="Vishali Pandiri" userId="1909799fb30ec566" providerId="Windows Live" clId="Web-{2B2CA1F5-A94A-1960-294F-FB241A0C39A2}" dt="2025-04-18T16:30:24.580" v="519" actId="20577"/>
          <ac:spMkLst>
            <pc:docMk/>
            <pc:sldMk cId="2435329385" sldId="273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6:31:27.440" v="526" actId="20577"/>
          <ac:spMkLst>
            <pc:docMk/>
            <pc:sldMk cId="2435329385" sldId="273"/>
            <ac:spMk id="5" creationId="{50E35079-FEB8-1858-8F76-4E4838640443}"/>
          </ac:spMkLst>
        </pc:spChg>
      </pc:sldChg>
      <pc:sldChg chg="modSp add">
        <pc:chgData name="Vishali Pandiri" userId="1909799fb30ec566" providerId="Windows Live" clId="Web-{2B2CA1F5-A94A-1960-294F-FB241A0C39A2}" dt="2025-04-18T16:35:45.601" v="548" actId="20577"/>
        <pc:sldMkLst>
          <pc:docMk/>
          <pc:sldMk cId="1067210747" sldId="274"/>
        </pc:sldMkLst>
        <pc:spChg chg="mod">
          <ac:chgData name="Vishali Pandiri" userId="1909799fb30ec566" providerId="Windows Live" clId="Web-{2B2CA1F5-A94A-1960-294F-FB241A0C39A2}" dt="2025-04-18T16:32:46.957" v="532" actId="20577"/>
          <ac:spMkLst>
            <pc:docMk/>
            <pc:sldMk cId="1067210747" sldId="274"/>
            <ac:spMk id="2" creationId="{D53BE7D9-79DA-2FC3-422B-CBFEF3CC7471}"/>
          </ac:spMkLst>
        </pc:spChg>
        <pc:spChg chg="mod">
          <ac:chgData name="Vishali Pandiri" userId="1909799fb30ec566" providerId="Windows Live" clId="Web-{2B2CA1F5-A94A-1960-294F-FB241A0C39A2}" dt="2025-04-18T16:35:45.601" v="548" actId="20577"/>
          <ac:spMkLst>
            <pc:docMk/>
            <pc:sldMk cId="1067210747" sldId="274"/>
            <ac:spMk id="5" creationId="{50E35079-FEB8-1858-8F76-4E4838640443}"/>
          </ac:spMkLst>
        </pc:spChg>
      </pc:sldChg>
      <pc:sldChg chg="modSp add ord replId">
        <pc:chgData name="Vishali Pandiri" userId="1909799fb30ec566" providerId="Windows Live" clId="Web-{2B2CA1F5-A94A-1960-294F-FB241A0C39A2}" dt="2025-04-18T16:35:58.023" v="551" actId="20577"/>
        <pc:sldMkLst>
          <pc:docMk/>
          <pc:sldMk cId="2075838137" sldId="275"/>
        </pc:sldMkLst>
        <pc:spChg chg="mod">
          <ac:chgData name="Vishali Pandiri" userId="1909799fb30ec566" providerId="Windows Live" clId="Web-{2B2CA1F5-A94A-1960-294F-FB241A0C39A2}" dt="2025-04-18T16:35:58.023" v="551" actId="20577"/>
          <ac:spMkLst>
            <pc:docMk/>
            <pc:sldMk cId="2075838137" sldId="275"/>
            <ac:spMk id="2" creationId="{151AB2A1-9DAB-94FF-A366-E888CA9BC116}"/>
          </ac:spMkLst>
        </pc:spChg>
      </pc:sldChg>
      <pc:sldChg chg="add ord">
        <pc:chgData name="Vishali Pandiri" userId="1909799fb30ec566" providerId="Windows Live" clId="Web-{2B2CA1F5-A94A-1960-294F-FB241A0C39A2}" dt="2025-04-18T16:36:51.273" v="553"/>
        <pc:sldMkLst>
          <pc:docMk/>
          <pc:sldMk cId="1074306745" sldId="276"/>
        </pc:sldMkLst>
      </pc:sldChg>
    </pc:docChg>
  </pc:docChgLst>
  <pc:docChgLst>
    <pc:chgData name="Vishali Pandiri" userId="1909799fb30ec566" providerId="Windows Live" clId="Web-{FD3E71BE-73D7-7971-BF8C-D22D1409B4FB}"/>
    <pc:docChg chg="addSld delSld modSld sldOrd">
      <pc:chgData name="Vishali Pandiri" userId="1909799fb30ec566" providerId="Windows Live" clId="Web-{FD3E71BE-73D7-7971-BF8C-D22D1409B4FB}" dt="2025-04-19T04:54:01.511" v="481" actId="14100"/>
      <pc:docMkLst>
        <pc:docMk/>
      </pc:docMkLst>
      <pc:sldChg chg="addSp delSp modSp mod modClrScheme chgLayout">
        <pc:chgData name="Vishali Pandiri" userId="1909799fb30ec566" providerId="Windows Live" clId="Web-{FD3E71BE-73D7-7971-BF8C-D22D1409B4FB}" dt="2025-04-19T04:19:53.221" v="35"/>
        <pc:sldMkLst>
          <pc:docMk/>
          <pc:sldMk cId="2388638873" sldId="258"/>
        </pc:sldMkLst>
        <pc:spChg chg="add del mod ord">
          <ac:chgData name="Vishali Pandiri" userId="1909799fb30ec566" providerId="Windows Live" clId="Web-{FD3E71BE-73D7-7971-BF8C-D22D1409B4FB}" dt="2025-04-19T04:19:53.221" v="35"/>
          <ac:spMkLst>
            <pc:docMk/>
            <pc:sldMk cId="2388638873" sldId="258"/>
            <ac:spMk id="2" creationId="{E541AF95-1284-72D0-B52C-646D0B5D548E}"/>
          </ac:spMkLst>
        </pc:spChg>
        <pc:spChg chg="mod ord">
          <ac:chgData name="Vishali Pandiri" userId="1909799fb30ec566" providerId="Windows Live" clId="Web-{FD3E71BE-73D7-7971-BF8C-D22D1409B4FB}" dt="2025-04-19T04:19:53.221" v="35"/>
          <ac:spMkLst>
            <pc:docMk/>
            <pc:sldMk cId="2388638873" sldId="258"/>
            <ac:spMk id="3" creationId="{6C161EB1-49F0-9161-22FF-DF4467B14D51}"/>
          </ac:spMkLst>
        </pc:spChg>
        <pc:spChg chg="add del mod ord">
          <ac:chgData name="Vishali Pandiri" userId="1909799fb30ec566" providerId="Windows Live" clId="Web-{FD3E71BE-73D7-7971-BF8C-D22D1409B4FB}" dt="2025-04-19T04:19:53.221" v="35"/>
          <ac:spMkLst>
            <pc:docMk/>
            <pc:sldMk cId="2388638873" sldId="258"/>
            <ac:spMk id="5" creationId="{44051346-0EE7-8A20-0C51-2493D4425270}"/>
          </ac:spMkLst>
        </pc:spChg>
        <pc:spChg chg="add del mod ord">
          <ac:chgData name="Vishali Pandiri" userId="1909799fb30ec566" providerId="Windows Live" clId="Web-{FD3E71BE-73D7-7971-BF8C-D22D1409B4FB}" dt="2025-04-19T04:19:53.221" v="35"/>
          <ac:spMkLst>
            <pc:docMk/>
            <pc:sldMk cId="2388638873" sldId="258"/>
            <ac:spMk id="6" creationId="{9D8C16B2-99DE-08A9-7C14-7040D2EBDB91}"/>
          </ac:spMkLst>
        </pc:spChg>
        <pc:spChg chg="add del mod ord">
          <ac:chgData name="Vishali Pandiri" userId="1909799fb30ec566" providerId="Windows Live" clId="Web-{FD3E71BE-73D7-7971-BF8C-D22D1409B4FB}" dt="2025-04-19T04:19:53.221" v="35"/>
          <ac:spMkLst>
            <pc:docMk/>
            <pc:sldMk cId="2388638873" sldId="258"/>
            <ac:spMk id="7" creationId="{1D5DBA51-0C1E-2136-662B-740803560767}"/>
          </ac:spMkLst>
        </pc:spChg>
      </pc:sldChg>
      <pc:sldChg chg="addSp delSp modSp add del mod modClrScheme chgLayout">
        <pc:chgData name="Vishali Pandiri" userId="1909799fb30ec566" providerId="Windows Live" clId="Web-{FD3E71BE-73D7-7971-BF8C-D22D1409B4FB}" dt="2025-04-19T04:27:28.827" v="153"/>
        <pc:sldMkLst>
          <pc:docMk/>
          <pc:sldMk cId="3459465694" sldId="259"/>
        </pc:sldMkLst>
        <pc:spChg chg="mod ord">
          <ac:chgData name="Vishali Pandiri" userId="1909799fb30ec566" providerId="Windows Live" clId="Web-{FD3E71BE-73D7-7971-BF8C-D22D1409B4FB}" dt="2025-04-19T04:25:54.278" v="135"/>
          <ac:spMkLst>
            <pc:docMk/>
            <pc:sldMk cId="3459465694" sldId="259"/>
            <ac:spMk id="2" creationId="{D53BE7D9-79DA-2FC3-422B-CBFEF3CC7471}"/>
          </ac:spMkLst>
        </pc:spChg>
        <pc:spChg chg="add del mod ord">
          <ac:chgData name="Vishali Pandiri" userId="1909799fb30ec566" providerId="Windows Live" clId="Web-{FD3E71BE-73D7-7971-BF8C-D22D1409B4FB}" dt="2025-04-19T04:21:13.786" v="42"/>
          <ac:spMkLst>
            <pc:docMk/>
            <pc:sldMk cId="3459465694" sldId="259"/>
            <ac:spMk id="3" creationId="{EEBD7B2A-F6EF-EB51-A991-184F8E085E45}"/>
          </ac:spMkLst>
        </pc:spChg>
        <pc:spChg chg="mod">
          <ac:chgData name="Vishali Pandiri" userId="1909799fb30ec566" providerId="Windows Live" clId="Web-{FD3E71BE-73D7-7971-BF8C-D22D1409B4FB}" dt="2025-04-19T04:26:26.185" v="138" actId="14100"/>
          <ac:spMkLst>
            <pc:docMk/>
            <pc:sldMk cId="3459465694" sldId="259"/>
            <ac:spMk id="5" creationId="{50E35079-FEB8-1858-8F76-4E4838640443}"/>
          </ac:spMkLst>
        </pc:spChg>
        <pc:spChg chg="add del mod ord">
          <ac:chgData name="Vishali Pandiri" userId="1909799fb30ec566" providerId="Windows Live" clId="Web-{FD3E71BE-73D7-7971-BF8C-D22D1409B4FB}" dt="2025-04-19T04:21:13.786" v="42"/>
          <ac:spMkLst>
            <pc:docMk/>
            <pc:sldMk cId="3459465694" sldId="259"/>
            <ac:spMk id="6" creationId="{95DB3A90-C0EA-910A-1298-E21E011A10A5}"/>
          </ac:spMkLst>
        </pc:spChg>
        <pc:spChg chg="add del mod ord">
          <ac:chgData name="Vishali Pandiri" userId="1909799fb30ec566" providerId="Windows Live" clId="Web-{FD3E71BE-73D7-7971-BF8C-D22D1409B4FB}" dt="2025-04-19T04:21:13.786" v="42"/>
          <ac:spMkLst>
            <pc:docMk/>
            <pc:sldMk cId="3459465694" sldId="259"/>
            <ac:spMk id="7" creationId="{AAFCEE28-9192-1B74-5DBD-F2D04143A174}"/>
          </ac:spMkLst>
        </pc:spChg>
        <pc:spChg chg="add del mod ord">
          <ac:chgData name="Vishali Pandiri" userId="1909799fb30ec566" providerId="Windows Live" clId="Web-{FD3E71BE-73D7-7971-BF8C-D22D1409B4FB}" dt="2025-04-19T04:25:54.278" v="135"/>
          <ac:spMkLst>
            <pc:docMk/>
            <pc:sldMk cId="3459465694" sldId="259"/>
            <ac:spMk id="9" creationId="{5710CFF1-E6F1-BAC8-D7F6-84347C67ABE9}"/>
          </ac:spMkLst>
        </pc:spChg>
        <pc:graphicFrameChg chg="add del">
          <ac:chgData name="Vishali Pandiri" userId="1909799fb30ec566" providerId="Windows Live" clId="Web-{FD3E71BE-73D7-7971-BF8C-D22D1409B4FB}" dt="2025-04-19T04:26:04.372" v="137"/>
          <ac:graphicFrameMkLst>
            <pc:docMk/>
            <pc:sldMk cId="3459465694" sldId="259"/>
            <ac:graphicFrameMk id="8" creationId="{39CD0821-1FF6-2010-6E4A-CA95FA9828B5}"/>
          </ac:graphicFrameMkLst>
        </pc:graphicFrameChg>
        <pc:picChg chg="mod ord">
          <ac:chgData name="Vishali Pandiri" userId="1909799fb30ec566" providerId="Windows Live" clId="Web-{FD3E71BE-73D7-7971-BF8C-D22D1409B4FB}" dt="2025-04-19T04:25:54.278" v="135"/>
          <ac:picMkLst>
            <pc:docMk/>
            <pc:sldMk cId="3459465694" sldId="259"/>
            <ac:picMk id="4" creationId="{D6E4BB97-AC32-E28F-14E0-655A3A315D2B}"/>
          </ac:picMkLst>
        </pc:picChg>
      </pc:sldChg>
      <pc:sldChg chg="modSp">
        <pc:chgData name="Vishali Pandiri" userId="1909799fb30ec566" providerId="Windows Live" clId="Web-{FD3E71BE-73D7-7971-BF8C-D22D1409B4FB}" dt="2025-04-19T04:39:52.847" v="407" actId="20577"/>
        <pc:sldMkLst>
          <pc:docMk/>
          <pc:sldMk cId="1678541558" sldId="269"/>
        </pc:sldMkLst>
        <pc:spChg chg="mod">
          <ac:chgData name="Vishali Pandiri" userId="1909799fb30ec566" providerId="Windows Live" clId="Web-{FD3E71BE-73D7-7971-BF8C-D22D1409B4FB}" dt="2025-04-19T04:39:52.847" v="407" actId="20577"/>
          <ac:spMkLst>
            <pc:docMk/>
            <pc:sldMk cId="1678541558" sldId="269"/>
            <ac:spMk id="5" creationId="{50E35079-FEB8-1858-8F76-4E4838640443}"/>
          </ac:spMkLst>
        </pc:spChg>
      </pc:sldChg>
      <pc:sldChg chg="del">
        <pc:chgData name="Vishali Pandiri" userId="1909799fb30ec566" providerId="Windows Live" clId="Web-{FD3E71BE-73D7-7971-BF8C-D22D1409B4FB}" dt="2025-04-19T04:48:25.330" v="409"/>
        <pc:sldMkLst>
          <pc:docMk/>
          <pc:sldMk cId="46456398" sldId="271"/>
        </pc:sldMkLst>
      </pc:sldChg>
      <pc:sldChg chg="addSp modSp">
        <pc:chgData name="Vishali Pandiri" userId="1909799fb30ec566" providerId="Windows Live" clId="Web-{FD3E71BE-73D7-7971-BF8C-D22D1409B4FB}" dt="2025-04-19T04:38:16.204" v="401" actId="14100"/>
        <pc:sldMkLst>
          <pc:docMk/>
          <pc:sldMk cId="1864603367" sldId="272"/>
        </pc:sldMkLst>
        <pc:picChg chg="add mod">
          <ac:chgData name="Vishali Pandiri" userId="1909799fb30ec566" providerId="Windows Live" clId="Web-{FD3E71BE-73D7-7971-BF8C-D22D1409B4FB}" dt="2025-04-19T04:38:16.204" v="401" actId="14100"/>
          <ac:picMkLst>
            <pc:docMk/>
            <pc:sldMk cId="1864603367" sldId="272"/>
            <ac:picMk id="3" creationId="{2E0B6AD1-0DD9-DC76-29D8-80E154318A1F}"/>
          </ac:picMkLst>
        </pc:picChg>
      </pc:sldChg>
      <pc:sldChg chg="modSp">
        <pc:chgData name="Vishali Pandiri" userId="1909799fb30ec566" providerId="Windows Live" clId="Web-{FD3E71BE-73D7-7971-BF8C-D22D1409B4FB}" dt="2025-04-19T04:40:34.692" v="408" actId="20577"/>
        <pc:sldMkLst>
          <pc:docMk/>
          <pc:sldMk cId="1067210747" sldId="274"/>
        </pc:sldMkLst>
        <pc:spChg chg="mod">
          <ac:chgData name="Vishali Pandiri" userId="1909799fb30ec566" providerId="Windows Live" clId="Web-{FD3E71BE-73D7-7971-BF8C-D22D1409B4FB}" dt="2025-04-19T04:40:34.692" v="408" actId="20577"/>
          <ac:spMkLst>
            <pc:docMk/>
            <pc:sldMk cId="1067210747" sldId="274"/>
            <ac:spMk id="5" creationId="{50E35079-FEB8-1858-8F76-4E4838640443}"/>
          </ac:spMkLst>
        </pc:spChg>
      </pc:sldChg>
      <pc:sldChg chg="modSp del">
        <pc:chgData name="Vishali Pandiri" userId="1909799fb30ec566" providerId="Windows Live" clId="Web-{FD3E71BE-73D7-7971-BF8C-D22D1409B4FB}" dt="2025-04-19T04:14:29.556" v="6"/>
        <pc:sldMkLst>
          <pc:docMk/>
          <pc:sldMk cId="2075838137" sldId="275"/>
        </pc:sldMkLst>
        <pc:spChg chg="mod">
          <ac:chgData name="Vishali Pandiri" userId="1909799fb30ec566" providerId="Windows Live" clId="Web-{FD3E71BE-73D7-7971-BF8C-D22D1409B4FB}" dt="2025-04-19T04:13:29.101" v="5" actId="20577"/>
          <ac:spMkLst>
            <pc:docMk/>
            <pc:sldMk cId="2075838137" sldId="275"/>
            <ac:spMk id="2" creationId="{151AB2A1-9DAB-94FF-A366-E888CA9BC116}"/>
          </ac:spMkLst>
        </pc:spChg>
      </pc:sldChg>
      <pc:sldChg chg="modSp">
        <pc:chgData name="Vishali Pandiri" userId="1909799fb30ec566" providerId="Windows Live" clId="Web-{FD3E71BE-73D7-7971-BF8C-D22D1409B4FB}" dt="2025-04-19T04:33:30.727" v="371" actId="20577"/>
        <pc:sldMkLst>
          <pc:docMk/>
          <pc:sldMk cId="1074306745" sldId="276"/>
        </pc:sldMkLst>
        <pc:spChg chg="mod">
          <ac:chgData name="Vishali Pandiri" userId="1909799fb30ec566" providerId="Windows Live" clId="Web-{FD3E71BE-73D7-7971-BF8C-D22D1409B4FB}" dt="2025-04-19T04:32:37.288" v="350" actId="20577"/>
          <ac:spMkLst>
            <pc:docMk/>
            <pc:sldMk cId="1074306745" sldId="276"/>
            <ac:spMk id="2" creationId="{AA75BE3E-C7E8-A060-BF3E-F1B2A948F0E3}"/>
          </ac:spMkLst>
        </pc:spChg>
        <pc:spChg chg="mod">
          <ac:chgData name="Vishali Pandiri" userId="1909799fb30ec566" providerId="Windows Live" clId="Web-{FD3E71BE-73D7-7971-BF8C-D22D1409B4FB}" dt="2025-04-19T04:33:30.727" v="371" actId="20577"/>
          <ac:spMkLst>
            <pc:docMk/>
            <pc:sldMk cId="1074306745" sldId="276"/>
            <ac:spMk id="3" creationId="{3653128C-6B73-32CF-095A-027B43EBB8DE}"/>
          </ac:spMkLst>
        </pc:spChg>
      </pc:sldChg>
      <pc:sldChg chg="modSp add">
        <pc:chgData name="Vishali Pandiri" userId="1909799fb30ec566" providerId="Windows Live" clId="Web-{FD3E71BE-73D7-7971-BF8C-D22D1409B4FB}" dt="2025-04-19T04:37:10.593" v="395" actId="20577"/>
        <pc:sldMkLst>
          <pc:docMk/>
          <pc:sldMk cId="1109627116" sldId="277"/>
        </pc:sldMkLst>
        <pc:spChg chg="mod">
          <ac:chgData name="Vishali Pandiri" userId="1909799fb30ec566" providerId="Windows Live" clId="Web-{FD3E71BE-73D7-7971-BF8C-D22D1409B4FB}" dt="2025-04-19T04:35:20.840" v="385" actId="20577"/>
          <ac:spMkLst>
            <pc:docMk/>
            <pc:sldMk cId="1109627116" sldId="277"/>
            <ac:spMk id="2" creationId="{D53BE7D9-79DA-2FC3-422B-CBFEF3CC7471}"/>
          </ac:spMkLst>
        </pc:spChg>
        <pc:spChg chg="mod">
          <ac:chgData name="Vishali Pandiri" userId="1909799fb30ec566" providerId="Windows Live" clId="Web-{FD3E71BE-73D7-7971-BF8C-D22D1409B4FB}" dt="2025-04-19T04:37:10.593" v="395" actId="20577"/>
          <ac:spMkLst>
            <pc:docMk/>
            <pc:sldMk cId="1109627116" sldId="277"/>
            <ac:spMk id="5" creationId="{50E35079-FEB8-1858-8F76-4E4838640443}"/>
          </ac:spMkLst>
        </pc:spChg>
      </pc:sldChg>
      <pc:sldChg chg="addSp delSp modSp new">
        <pc:chgData name="Vishali Pandiri" userId="1909799fb30ec566" providerId="Windows Live" clId="Web-{FD3E71BE-73D7-7971-BF8C-D22D1409B4FB}" dt="2025-04-19T04:32:30.226" v="349" actId="20577"/>
        <pc:sldMkLst>
          <pc:docMk/>
          <pc:sldMk cId="2666942322" sldId="278"/>
        </pc:sldMkLst>
        <pc:spChg chg="mod">
          <ac:chgData name="Vishali Pandiri" userId="1909799fb30ec566" providerId="Windows Live" clId="Web-{FD3E71BE-73D7-7971-BF8C-D22D1409B4FB}" dt="2025-04-19T04:27:04.998" v="144" actId="20577"/>
          <ac:spMkLst>
            <pc:docMk/>
            <pc:sldMk cId="2666942322" sldId="278"/>
            <ac:spMk id="2" creationId="{F614A3AB-D55F-DDC1-50BC-C54C437D8B0E}"/>
          </ac:spMkLst>
        </pc:spChg>
        <pc:spChg chg="mod">
          <ac:chgData name="Vishali Pandiri" userId="1909799fb30ec566" providerId="Windows Live" clId="Web-{FD3E71BE-73D7-7971-BF8C-D22D1409B4FB}" dt="2025-04-19T04:31:12.442" v="245" actId="20577"/>
          <ac:spMkLst>
            <pc:docMk/>
            <pc:sldMk cId="2666942322" sldId="278"/>
            <ac:spMk id="3" creationId="{80C4FEBE-A7CF-9FA7-8377-E84DE364EE61}"/>
          </ac:spMkLst>
        </pc:spChg>
        <pc:spChg chg="add del mod">
          <ac:chgData name="Vishali Pandiri" userId="1909799fb30ec566" providerId="Windows Live" clId="Web-{FD3E71BE-73D7-7971-BF8C-D22D1409B4FB}" dt="2025-04-19T04:32:30.226" v="349" actId="20577"/>
          <ac:spMkLst>
            <pc:docMk/>
            <pc:sldMk cId="2666942322" sldId="278"/>
            <ac:spMk id="4" creationId="{E97AB0A6-BCFD-0C9E-B8B7-4C508883A99F}"/>
          </ac:spMkLst>
        </pc:spChg>
        <pc:picChg chg="add del mod ord">
          <ac:chgData name="Vishali Pandiri" userId="1909799fb30ec566" providerId="Windows Live" clId="Web-{FD3E71BE-73D7-7971-BF8C-D22D1409B4FB}" dt="2025-04-19T04:27:24.467" v="151"/>
          <ac:picMkLst>
            <pc:docMk/>
            <pc:sldMk cId="2666942322" sldId="278"/>
            <ac:picMk id="5" creationId="{1309C002-D9F2-E561-3EBF-1387F983F6E1}"/>
          </ac:picMkLst>
        </pc:picChg>
      </pc:sldChg>
      <pc:sldChg chg="addSp delSp modSp add mod ord modClrScheme chgLayout">
        <pc:chgData name="Vishali Pandiri" userId="1909799fb30ec566" providerId="Windows Live" clId="Web-{FD3E71BE-73D7-7971-BF8C-D22D1409B4FB}" dt="2025-04-19T04:54:01.511" v="481" actId="14100"/>
        <pc:sldMkLst>
          <pc:docMk/>
          <pc:sldMk cId="3459465694" sldId="279"/>
        </pc:sldMkLst>
        <pc:spChg chg="mod ord">
          <ac:chgData name="Vishali Pandiri" userId="1909799fb30ec566" providerId="Windows Live" clId="Web-{FD3E71BE-73D7-7971-BF8C-D22D1409B4FB}" dt="2025-04-19T04:53:56.886" v="480" actId="20577"/>
          <ac:spMkLst>
            <pc:docMk/>
            <pc:sldMk cId="3459465694" sldId="279"/>
            <ac:spMk id="2" creationId="{D53BE7D9-79DA-2FC3-422B-CBFEF3CC7471}"/>
          </ac:spMkLst>
        </pc:spChg>
        <pc:spChg chg="add del mod ord">
          <ac:chgData name="Vishali Pandiri" userId="1909799fb30ec566" providerId="Windows Live" clId="Web-{FD3E71BE-73D7-7971-BF8C-D22D1409B4FB}" dt="2025-04-19T04:50:16.067" v="420"/>
          <ac:spMkLst>
            <pc:docMk/>
            <pc:sldMk cId="3459465694" sldId="279"/>
            <ac:spMk id="3" creationId="{B23BBA38-B867-DBAD-72B2-73C2C169AF81}"/>
          </ac:spMkLst>
        </pc:spChg>
        <pc:spChg chg="mod">
          <ac:chgData name="Vishali Pandiri" userId="1909799fb30ec566" providerId="Windows Live" clId="Web-{FD3E71BE-73D7-7971-BF8C-D22D1409B4FB}" dt="2025-04-19T04:54:01.511" v="481" actId="14100"/>
          <ac:spMkLst>
            <pc:docMk/>
            <pc:sldMk cId="3459465694" sldId="279"/>
            <ac:spMk id="5" creationId="{50E35079-FEB8-1858-8F76-4E4838640443}"/>
          </ac:spMkLst>
        </pc:spChg>
        <pc:picChg chg="mod ord">
          <ac:chgData name="Vishali Pandiri" userId="1909799fb30ec566" providerId="Windows Live" clId="Web-{FD3E71BE-73D7-7971-BF8C-D22D1409B4FB}" dt="2025-04-19T04:50:16.067" v="420"/>
          <ac:picMkLst>
            <pc:docMk/>
            <pc:sldMk cId="3459465694" sldId="279"/>
            <ac:picMk id="4" creationId="{D6E4BB97-AC32-E28F-14E0-655A3A315D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3E3804-E15A-183D-98EE-7CA8DA31F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4302" y="130327"/>
            <a:ext cx="6800490" cy="199940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0000"/>
                </a:solidFill>
                <a:latin typeface="Times New Roman"/>
                <a:cs typeface="Times New Roman"/>
              </a:rPr>
              <a:t>CMR Technical Campus</a:t>
            </a:r>
            <a:br>
              <a:rPr lang="en-US" sz="4000" b="1">
                <a:latin typeface="Times New Roman"/>
                <a:cs typeface="Times New Roman"/>
              </a:rPr>
            </a:br>
            <a:r>
              <a:rPr lang="en-US" sz="4000" b="1">
                <a:solidFill>
                  <a:srgbClr val="00B0F0"/>
                </a:solidFill>
                <a:latin typeface="Times New Roman"/>
                <a:cs typeface="Times New Roman"/>
              </a:rPr>
              <a:t>Department of CSE</a:t>
            </a:r>
            <a:endParaRPr lang="en-US" sz="400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endParaRPr lang="en-US">
              <a:ea typeface="Calibri Light"/>
              <a:cs typeface="Calibri Light"/>
            </a:endParaRPr>
          </a:p>
        </p:txBody>
      </p:sp>
      <p:pic>
        <p:nvPicPr>
          <p:cNvPr id="8" name="Picture 7" descr="A logo with a flower&#10;&#10;Description automatically generated">
            <a:extLst>
              <a:ext uri="{FF2B5EF4-FFF2-40B4-BE49-F238E27FC236}">
                <a16:creationId xmlns:a16="http://schemas.microsoft.com/office/drawing/2014/main" id="{D109BE6C-3996-BE47-0A10-59AB2EC9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74" y="126162"/>
            <a:ext cx="1648967" cy="1429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CDD74-7E19-5387-D422-AA1AEAD9DD47}"/>
              </a:ext>
            </a:extLst>
          </p:cNvPr>
          <p:cNvSpPr txBox="1"/>
          <p:nvPr/>
        </p:nvSpPr>
        <p:spPr>
          <a:xfrm>
            <a:off x="2280249" y="1647646"/>
            <a:ext cx="89398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/>
              </a:rPr>
              <a:t>Industrial Oriented Mini Project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6A200-9B7D-E7B0-4F49-C56421449A11}"/>
              </a:ext>
            </a:extLst>
          </p:cNvPr>
          <p:cNvSpPr txBox="1"/>
          <p:nvPr/>
        </p:nvSpPr>
        <p:spPr>
          <a:xfrm>
            <a:off x="598099" y="2539042"/>
            <a:ext cx="111133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</a:rPr>
              <a:t>Project Title: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b="1" dirty="0">
                <a:latin typeface="Times New Roman"/>
                <a:ea typeface="+mn-lt"/>
                <a:cs typeface="+mn-lt"/>
              </a:rPr>
              <a:t>AI Eval: AI Driven Evaluation for Enhanced Education Using Machine Learning 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B776BB-9EC3-F020-0C9C-5116E1CF1E1A}"/>
              </a:ext>
            </a:extLst>
          </p:cNvPr>
          <p:cNvSpPr txBox="1"/>
          <p:nvPr/>
        </p:nvSpPr>
        <p:spPr>
          <a:xfrm>
            <a:off x="396816" y="3559833"/>
            <a:ext cx="431699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/>
                <a:cs typeface="Segoe UI"/>
              </a:rPr>
              <a:t>Project Supervisor:</a:t>
            </a:r>
            <a:r>
              <a:rPr lang="en-US" sz="2000" dirty="0">
                <a:latin typeface="Times New Roman"/>
                <a:cs typeface="Segoe UI"/>
              </a:rPr>
              <a:t>​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/>
                <a:cs typeface="Segoe UI"/>
              </a:rPr>
              <a:t>Name:</a:t>
            </a:r>
            <a:r>
              <a:rPr lang="en-US" sz="2000" dirty="0">
                <a:latin typeface="Times New Roman"/>
                <a:cs typeface="Segoe UI"/>
              </a:rPr>
              <a:t>​ G. Swathi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/>
                <a:cs typeface="Segoe UI"/>
              </a:rPr>
              <a:t>Designation: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Segoe UI"/>
              </a:rPr>
              <a:t> Associate 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Segoe UI"/>
              </a:rPr>
              <a:t>Professer</a:t>
            </a:r>
            <a:endParaRPr lang="en-IN" sz="2000"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7693B-E2CF-CEEF-1B82-D016D7D2C75A}"/>
              </a:ext>
            </a:extLst>
          </p:cNvPr>
          <p:cNvSpPr txBox="1"/>
          <p:nvPr/>
        </p:nvSpPr>
        <p:spPr>
          <a:xfrm>
            <a:off x="5125994" y="3763617"/>
            <a:ext cx="673691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/>
                <a:cs typeface="Segoe UI"/>
              </a:rPr>
              <a:t>Presented By:</a:t>
            </a:r>
            <a:r>
              <a:rPr lang="en-US" dirty="0">
                <a:latin typeface="Times New Roman"/>
                <a:cs typeface="Segoe UI"/>
              </a:rPr>
              <a:t>​</a:t>
            </a:r>
          </a:p>
          <a:p>
            <a:r>
              <a:rPr lang="en-US" dirty="0">
                <a:latin typeface="Times New Roman"/>
                <a:cs typeface="Segoe UI"/>
              </a:rPr>
              <a:t>Batch No: 23</a:t>
            </a:r>
          </a:p>
          <a:p>
            <a:pPr marL="342900" indent="-342900">
              <a:buFont typeface=""/>
              <a:buAutoNum type="arabicPeriod"/>
            </a:pPr>
            <a:r>
              <a:rPr lang="en-US" dirty="0">
                <a:latin typeface="Times New Roman"/>
                <a:cs typeface="Arial"/>
              </a:rPr>
              <a:t>H. No: 227R1A05J8                               Name: T. Vaishnavi</a:t>
            </a:r>
          </a:p>
          <a:p>
            <a:pPr marL="342900" indent="-342900">
              <a:buFont typeface=""/>
              <a:buAutoNum type="arabicPeriod"/>
            </a:pPr>
            <a:r>
              <a:rPr lang="en-US">
                <a:latin typeface="Times New Roman"/>
                <a:cs typeface="Arial"/>
              </a:rPr>
              <a:t>H. No: 227R1A05G7                              Name: P. Vishali​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/>
                <a:cs typeface="Times New Roman"/>
              </a:rPr>
              <a:t>H. No: 237R5A0520                               Name: K. Shiva Krishna 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/>
                <a:cs typeface="Arial"/>
              </a:rPr>
              <a:t>H. No: 227R1A05C9                              Name: Aaryan Gade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Times New Roman"/>
                <a:cs typeface="Segoe U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63663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A3AB-D55F-DDC1-50BC-C54C437D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4FEBE-A7CF-9FA7-8377-E84DE364EE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Department Vision and Mission 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Abstract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Existing System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Disadvantage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cs typeface="Times New Roman"/>
              </a:rPr>
              <a:t>Proposed system.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IN" sz="2000" dirty="0">
                <a:latin typeface="Times New Roman"/>
                <a:cs typeface="Times New Roman"/>
              </a:rPr>
              <a:t> Advantages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IN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IN" sz="2000" dirty="0">
                <a:latin typeface="Times New Roman"/>
                <a:cs typeface="Times New Roman"/>
              </a:rPr>
              <a:t>  Hardware and software requirements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IN" sz="2000" dirty="0">
                <a:latin typeface="Times New Roman"/>
                <a:cs typeface="Times New Roman"/>
              </a:rPr>
              <a:t>Novelty of your Project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AB0A6-BCFD-0C9E-B8B7-4C508883A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8038" y="1825625"/>
            <a:ext cx="5181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Architecture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Modules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UML Diagram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Sample Code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cs typeface="Times New Roman"/>
              </a:rPr>
              <a:t>Result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  <a:cs typeface="Times New Roman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cs typeface="Times New Roman"/>
              </a:rPr>
              <a:t> Future Scope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cs typeface="Times New Roman"/>
              </a:rPr>
              <a:t>References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endParaRPr lang="en-US" dirty="0">
              <a:latin typeface="Aptos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694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1EB1-49F0-9161-22FF-DF4467B14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9058"/>
            <a:ext cx="10999572" cy="56179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DEPARTMENT VISION: </a:t>
            </a:r>
            <a:endParaRPr lang="en-US" sz="2000" b="1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 b="1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To provide quality education and a conducive learning environment in computer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engineering that foster critical thinking, creativity, and practical problem-solving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Skills.</a:t>
            </a:r>
            <a:endParaRPr lang="en-US" sz="24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DEPARTMENT MISSION: </a:t>
            </a:r>
            <a:endParaRPr lang="en-US" sz="2000" b="1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 b="1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1.  To educate the students in fundamental principles of computing and induce the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     skills needed to solve practical problems. </a:t>
            </a:r>
            <a:endParaRPr lang="en-US" sz="170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 To provide State-of-the-art computing laboratory facilities to promote industry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  institute interaction to enhance student’s practical knowledge. </a:t>
            </a:r>
            <a:endParaRPr lang="en-US" sz="1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 To inculcate self-learning abilities, team spirit, and professional ethics among the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  students to serve society.</a:t>
            </a:r>
            <a:endParaRPr lang="en-US" sz="1700" dirty="0">
              <a:latin typeface="Times New Roman"/>
              <a:ea typeface="Calibri"/>
              <a:cs typeface="Calibri"/>
            </a:endParaRPr>
          </a:p>
          <a:p>
            <a:endParaRPr lang="en-US" sz="24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755E2092-94FC-7A11-E2D7-FBB8D1F5F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822" y="-3622"/>
            <a:ext cx="1477065" cy="125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3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778F-F8B9-D2F3-00D6-7B73BC43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/>
                <a:ea typeface="Calibri Light"/>
                <a:cs typeface="Calibri Light"/>
              </a:rPr>
              <a:t>ABSTRACT: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6127-C116-5781-DA5E-2A3C4313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82" y="1825625"/>
            <a:ext cx="10824518" cy="4886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sz="1700">
                <a:latin typeface="Times New Roman"/>
                <a:ea typeface="+mn-lt"/>
                <a:cs typeface="+mn-lt"/>
              </a:rPr>
              <a:t>1.   Technology has transformed the education system, making learning more engaging and informative.</a:t>
            </a:r>
            <a:endParaRPr lang="en-US" sz="170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However, the evaluation process remains traditional, relying on manual correction of exam papers by teachers.</a:t>
            </a:r>
            <a:endParaRPr lang="en-US" sz="1700" dirty="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Machine learning and Artificial Intelligence (AI) can automate grading, reducing errors and inconvenience.</a:t>
            </a:r>
            <a:endParaRPr lang="en-US" sz="1700" dirty="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>
                <a:latin typeface="Times New Roman"/>
                <a:ea typeface="+mn-lt"/>
                <a:cs typeface="+mn-lt"/>
              </a:rPr>
              <a:t>4.  AI-driven evaluation systems provide personalized feedback, analyze student responses, and predict academic </a:t>
            </a:r>
            <a:r>
              <a:rPr lang="en-US" sz="1700" dirty="0">
                <a:latin typeface="Times New Roman"/>
                <a:ea typeface="+mn-lt"/>
                <a:cs typeface="+mn-lt"/>
              </a:rPr>
              <a:t>performance.</a:t>
            </a:r>
            <a:endParaRPr lang="en-US" sz="170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5. These systems offer advantages like efficiency and scalability but also raise  concerns about algorithmic bias and data privacy.</a:t>
            </a:r>
            <a:endParaRPr lang="en-US" sz="170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    6. The proposed project aims to develop an AI-based educational evaluation system, exploring its hardware and software requirements.</a:t>
            </a:r>
            <a:endParaRPr lang="en-US" sz="1700">
              <a:latin typeface="Times New Roman"/>
              <a:cs typeface="Times New Roman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A7CBB2C9-8EAA-4B92-5B3F-5EFD685C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3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1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26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Existing System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636821" y="1226303"/>
            <a:ext cx="11250379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Arial"/>
              </a:rPr>
              <a:t>Accuracy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 • Measures proportion of correctly classified instances.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 • Evaluates overall model performance.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 • Provides a general idea of model accuracy.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Arial"/>
              </a:rPr>
              <a:t>Precision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 • Measures true positives among all positive predictions.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 • Evaluates model's ability to avoid false positives.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 • Provides insight into model's precision.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Arial"/>
              </a:rPr>
              <a:t>Recall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    • Measures true positives among all actual positive instances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• Evaluates model's ability to detect true positives.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• Provides insight into model's recall. 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Arial"/>
              </a:rPr>
              <a:t>Unsupervised Learning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• Trains models on unlabeled data.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• Discovers hidden patterns and relationships.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Arial"/>
              </a:rPr>
              <a:t>    • Enables clustering, dimensionality reduction, and anomaly detection. 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716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24" y="766719"/>
            <a:ext cx="10608276" cy="94456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Disadvantage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739795" y="1967708"/>
            <a:ext cx="1062224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Lack of Human Judgment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– AI cannot fully understand creative or emotional aspects of student responses. </a:t>
            </a:r>
            <a:endParaRPr lang="en-US" sz="2000">
              <a:latin typeface="Times New Roman"/>
              <a:ea typeface="+mn-lt"/>
              <a:cs typeface="Arial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 Privacy Concerns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– Student data security and compliance with regulations (GDPR, FERPA). </a:t>
            </a:r>
            <a:endParaRPr lang="en-US" sz="2000">
              <a:latin typeface="Times New Roman"/>
              <a:ea typeface="+mn-lt"/>
              <a:cs typeface="Arial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 Dependence on Internet &amp; Technology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– Requires strong infrastructure, limiting access in rural areas.</a:t>
            </a:r>
            <a:endParaRPr lang="en-US" sz="20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02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471" y="365125"/>
            <a:ext cx="9578546" cy="58415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Proposed System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554444" y="1092439"/>
            <a:ext cx="11332756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Data Plagiarism Detection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• Implement a plagiarism detection tool that allows users to make changes to their submissions with a 50% similarity threshold.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• This feature will encourage original work while providing flexibility for users to build upon existing ideas.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 Reference File Submission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• Allow users to submit reference files to the bot, making it easier for the bot to evaluate the submission.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• This feature will enable the bot to better understand the context and content of the submission. 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Efficiency Rate Evaluation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• Develop an efficiency rate metric to evaluate the effectiveness of the evaluation process.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 • This metric will help identify areas for improvement and optimize the evaluation process. 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Enhanced Data Security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• Implement robust security measures to protect the data, including encryption, access controls, and secure storage.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 • This feature will safeguard the integrity and confidentiality of the data, ensuring a secure evaluation process</a:t>
            </a:r>
          </a:p>
        </p:txBody>
      </p:sp>
    </p:spTree>
    <p:extLst>
      <p:ext uri="{BB962C8B-B14F-4D97-AF65-F5344CB8AC3E}">
        <p14:creationId xmlns:p14="http://schemas.microsoft.com/office/powerpoint/2010/main" val="238465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Advantages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616227" y="1720573"/>
            <a:ext cx="1127097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•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Automated Grading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– Saves educators’ time and ensures consistency. </a:t>
            </a:r>
            <a:endParaRPr lang="en-US" sz="2000" dirty="0">
              <a:latin typeface="Times New Roman"/>
              <a:ea typeface="+mn-lt"/>
              <a:cs typeface="Arial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Personalized Learning </a:t>
            </a:r>
            <a:r>
              <a:rPr lang="en-US" sz="2000" dirty="0">
                <a:latin typeface="Times New Roman"/>
                <a:ea typeface="+mn-lt"/>
                <a:cs typeface="+mn-lt"/>
              </a:rPr>
              <a:t>– Adapts to student strengths and weaknesses. </a:t>
            </a:r>
            <a:endParaRPr lang="en-US" sz="2000">
              <a:latin typeface="Times New Roman"/>
              <a:ea typeface="+mn-lt"/>
              <a:cs typeface="Arial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Real-Time Feedback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– Improves student engagement and comprehension.</a:t>
            </a:r>
            <a:endParaRPr lang="en-US" sz="2000" dirty="0">
              <a:latin typeface="Times New Roman"/>
              <a:ea typeface="+mn-lt"/>
              <a:cs typeface="Arial"/>
            </a:endParaRPr>
          </a:p>
          <a:p>
            <a:endParaRPr lang="en-US" sz="2000">
              <a:latin typeface="Times New Roman"/>
              <a:ea typeface="+mn-lt"/>
              <a:cs typeface="Arial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 Scalability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– Can handle large volumes of students efficiently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376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50FB-D19B-AB44-76FB-697C01FD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Times New Roman"/>
                <a:cs typeface="Times New Roman"/>
              </a:rPr>
              <a:t>REQUIREMENT ANALYSIS: </a:t>
            </a:r>
            <a:endParaRPr lang="en-US" sz="3200" b="1" dirty="0">
              <a:ea typeface="Calibri Light"/>
              <a:cs typeface="Calibri Light"/>
            </a:endParaRPr>
          </a:p>
          <a:p>
            <a:endParaRPr lang="en-US" sz="2000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0E14-8376-F2E1-ACA1-750F08680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437"/>
            <a:ext cx="10608275" cy="50618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,Sans-Serif" panose="020B0604020202020204" pitchFamily="34" charset="0"/>
              <a:buChar char="Ø"/>
            </a:pPr>
            <a:r>
              <a:rPr lang="en-US" sz="1700" b="1" dirty="0">
                <a:latin typeface="Times New Roman"/>
                <a:ea typeface="Calibri" panose="020F0502020204030204"/>
                <a:cs typeface="Times New Roman"/>
              </a:rPr>
              <a:t>Hardware Requirements:</a:t>
            </a:r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Processor- i5 or above</a:t>
            </a: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RAM</a:t>
            </a:r>
            <a:r>
              <a:rPr lang="en-US" sz="1700" u="sng" dirty="0">
                <a:latin typeface="Times New Roman"/>
                <a:ea typeface="Calibri" panose="020F0502020204030204"/>
                <a:cs typeface="Times New Roman"/>
              </a:rPr>
              <a:t>:</a:t>
            </a: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8GB</a:t>
            </a: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 Storage</a:t>
            </a:r>
            <a:r>
              <a:rPr lang="en-US" sz="1700" u="sng" dirty="0">
                <a:latin typeface="Times New Roman"/>
                <a:ea typeface="Calibri" panose="020F0502020204030204"/>
                <a:cs typeface="Times New Roman"/>
              </a:rPr>
              <a:t>:</a:t>
            </a: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20GB</a:t>
            </a:r>
          </a:p>
          <a:p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sz="1700" b="1" dirty="0">
                <a:latin typeface="Times New Roman"/>
                <a:ea typeface="Calibri" panose="020F0502020204030204"/>
                <a:cs typeface="Times New Roman"/>
              </a:rPr>
              <a:t>Software Requirements:</a:t>
            </a:r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Operating System:</a:t>
            </a:r>
            <a:r>
              <a:rPr lang="en-US" sz="1700" u="sng" dirty="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Windows 11 or above</a:t>
            </a: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Programming language: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   Frontend: HTML, CSS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    Backend: Java Script, PHP, Python</a:t>
            </a:r>
            <a:endParaRPr lang="en-US" dirty="0"/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Code Editor: Visual Studio Code </a:t>
            </a: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Web Development: PyCharm</a:t>
            </a: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Database: </a:t>
            </a:r>
            <a:r>
              <a:rPr lang="en-US" sz="1700" err="1">
                <a:latin typeface="Times New Roman"/>
                <a:ea typeface="Calibri" panose="020F0502020204030204"/>
                <a:cs typeface="Times New Roman"/>
              </a:rPr>
              <a:t>PHPMyAdmin</a:t>
            </a:r>
            <a:endParaRPr lang="en-US" sz="17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 Local Server: XAMPP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b="1" dirty="0">
              <a:latin typeface="Aptos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4FA26BBB-064F-F797-3893-88413F6D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0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0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Novelty of project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616227" y="1720573"/>
            <a:ext cx="1074581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The proposed AI-based educational evaluation system introduces a hybrid approach combining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plagiarism detection with threshold tolerance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reference-aware assessment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and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real-time feedback generation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using intelligent algorithms.</a:t>
            </a:r>
            <a:endParaRPr lang="en-US" sz="2000" dirty="0">
              <a:latin typeface="Times New Roman"/>
              <a:ea typeface="+mn-lt"/>
              <a:cs typeface="Arial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 Unlike conventional AI graders, this system includes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customizable evaluation settings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(e.g., similarity limits), enhanced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data security mechanisms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and support for instructor-specific key files to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personalize and contextualize assessment</a:t>
            </a:r>
            <a:r>
              <a:rPr lang="en-US" sz="2000" dirty="0">
                <a:latin typeface="Times New Roman"/>
                <a:ea typeface="+mn-lt"/>
                <a:cs typeface="+mn-lt"/>
              </a:rPr>
              <a:t>. </a:t>
            </a:r>
            <a:endParaRPr lang="en-US" sz="2000">
              <a:latin typeface="Times New Roman"/>
              <a:ea typeface="+mn-lt"/>
              <a:cs typeface="Arial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This multifaceted design improves fairness, encourages creativity, and ensures adaptability across varied educational environments.</a:t>
            </a:r>
            <a:endParaRPr lang="en-US" sz="20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8800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ea typeface="+mj-lt"/>
                <a:cs typeface="+mj-lt"/>
              </a:rPr>
              <a:t>Architecture</a:t>
            </a:r>
            <a:endParaRPr lang="en-US" sz="3200" b="1" dirty="0">
              <a:latin typeface="Times New Roman"/>
            </a:endParaRP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pic>
        <p:nvPicPr>
          <p:cNvPr id="3" name="Picture 2" descr="A diagram of a question&#10;&#10;AI-generated content may be incorrect.">
            <a:extLst>
              <a:ext uri="{FF2B5EF4-FFF2-40B4-BE49-F238E27FC236}">
                <a16:creationId xmlns:a16="http://schemas.microsoft.com/office/drawing/2014/main" id="{1A1F3F10-19C9-E188-57C7-4D5DC5EAA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11" y="1715272"/>
            <a:ext cx="9406838" cy="371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5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Modules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811875" y="1463141"/>
            <a:ext cx="11075325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User Authentication Module</a:t>
            </a:r>
            <a:endParaRPr lang="en-US" sz="2000" b="1" dirty="0">
              <a:latin typeface="Times New Roman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Instructor login with avatar selection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Session management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 Script Submission Module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Upload of student answer scripts</a:t>
            </a:r>
            <a:endParaRPr lang="en-US" sz="200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Reference file upload option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 Plagiarism Detection Module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50% similarity threshold check using NLP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 Evaluation Module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Score assignment based on key scripts</a:t>
            </a:r>
            <a:endParaRPr lang="en-US" sz="200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Efficiency rate metric generation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 Feedback System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Real-time feedback to users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 Data Security Module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Data encryption, secure storage, and access control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US" sz="2000" b="1" dirty="0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54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UML Diagrams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pic>
        <p:nvPicPr>
          <p:cNvPr id="3" name="Picture 2" descr="A diagram of a student answer&#10;&#10;AI-generated content may be incorrect.">
            <a:extLst>
              <a:ext uri="{FF2B5EF4-FFF2-40B4-BE49-F238E27FC236}">
                <a16:creationId xmlns:a16="http://schemas.microsoft.com/office/drawing/2014/main" id="{3C475258-671C-E68E-3B3D-F625E102A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817" y="1395926"/>
            <a:ext cx="9072176" cy="441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6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Sample Code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834253" y="1797737"/>
            <a:ext cx="10894796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</a:rPr>
              <a:t>def </a:t>
            </a:r>
            <a:r>
              <a:rPr lang="en-US" sz="2000" err="1">
                <a:latin typeface="Times New Roman"/>
                <a:ea typeface="+mn-lt"/>
                <a:cs typeface="+mn-lt"/>
              </a:rPr>
              <a:t>PreprocessingTheSentence</a:t>
            </a:r>
            <a:r>
              <a:rPr lang="en-US" sz="2000" dirty="0">
                <a:latin typeface="Times New Roman"/>
                <a:ea typeface="+mn-lt"/>
                <a:cs typeface="+mn-lt"/>
              </a:rPr>
              <a:t>(stmt1):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stmt1=stmt1.lower()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import string CMRTC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remove=</a:t>
            </a:r>
            <a:r>
              <a:rPr lang="en-US" sz="2000" err="1">
                <a:latin typeface="Times New Roman"/>
                <a:ea typeface="+mn-lt"/>
                <a:cs typeface="+mn-lt"/>
              </a:rPr>
              <a:t>dict.fromkeys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(map(</a:t>
            </a:r>
            <a:r>
              <a:rPr lang="en-US" sz="2000" err="1">
                <a:latin typeface="Times New Roman"/>
                <a:ea typeface="+mn-lt"/>
                <a:cs typeface="+mn-lt"/>
              </a:rPr>
              <a:t>ord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,'\n'+</a:t>
            </a:r>
            <a:r>
              <a:rPr lang="en-US" sz="2000" err="1">
                <a:latin typeface="Times New Roman"/>
                <a:ea typeface="+mn-lt"/>
                <a:cs typeface="+mn-lt"/>
              </a:rPr>
              <a:t>string.punctuation</a:t>
            </a:r>
            <a:r>
              <a:rPr lang="en-US" sz="2000" dirty="0">
                <a:latin typeface="Times New Roman"/>
                <a:ea typeface="+mn-lt"/>
                <a:cs typeface="+mn-lt"/>
              </a:rPr>
              <a:t>)," ")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PSA1=stmt1.translate(remove) </a:t>
            </a:r>
          </a:p>
          <a:p>
            <a:r>
              <a:rPr lang="en-US" sz="2000" err="1">
                <a:latin typeface="Times New Roman"/>
                <a:ea typeface="+mn-lt"/>
                <a:cs typeface="+mn-lt"/>
              </a:rPr>
              <a:t>word_tokens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= </a:t>
            </a:r>
            <a:r>
              <a:rPr lang="en-US" sz="2000" err="1">
                <a:latin typeface="Times New Roman"/>
                <a:ea typeface="+mn-lt"/>
                <a:cs typeface="+mn-lt"/>
              </a:rPr>
              <a:t>word_tokenize</a:t>
            </a:r>
            <a:r>
              <a:rPr lang="en-US" sz="2000" dirty="0">
                <a:latin typeface="Times New Roman"/>
                <a:ea typeface="+mn-lt"/>
                <a:cs typeface="+mn-lt"/>
              </a:rPr>
              <a:t>(PSA1)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PSA2 = [w for w in </a:t>
            </a:r>
            <a:r>
              <a:rPr lang="en-US" sz="2000" err="1">
                <a:latin typeface="Times New Roman"/>
                <a:ea typeface="+mn-lt"/>
                <a:cs typeface="+mn-lt"/>
              </a:rPr>
              <a:t>word_tokens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if not </a:t>
            </a:r>
            <a:r>
              <a:rPr lang="en-US" sz="2000" err="1">
                <a:latin typeface="Times New Roman"/>
                <a:ea typeface="+mn-lt"/>
                <a:cs typeface="+mn-lt"/>
              </a:rPr>
              <a:t>w in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</a:t>
            </a:r>
            <a:r>
              <a:rPr lang="en-US" sz="2000" err="1">
                <a:latin typeface="Times New Roman"/>
                <a:ea typeface="+mn-lt"/>
                <a:cs typeface="+mn-lt"/>
              </a:rPr>
              <a:t>stop_words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] 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…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for </a:t>
            </a:r>
            <a:r>
              <a:rPr lang="en-US" sz="2000" err="1">
                <a:latin typeface="Times New Roman"/>
                <a:ea typeface="+mn-lt"/>
                <a:cs typeface="+mn-lt"/>
              </a:rPr>
              <a:t>i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in range(</a:t>
            </a:r>
            <a:r>
              <a:rPr lang="en-US" sz="2000" err="1">
                <a:latin typeface="Times New Roman"/>
                <a:ea typeface="+mn-lt"/>
                <a:cs typeface="+mn-lt"/>
              </a:rPr>
              <a:t>len</a:t>
            </a:r>
            <a:r>
              <a:rPr lang="en-US" sz="2000" dirty="0">
                <a:latin typeface="Times New Roman"/>
                <a:ea typeface="+mn-lt"/>
                <a:cs typeface="+mn-lt"/>
              </a:rPr>
              <a:t>(PSA2)): 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a=list(</a:t>
            </a:r>
            <a:r>
              <a:rPr lang="en-US" sz="2000" err="1">
                <a:latin typeface="Times New Roman"/>
                <a:ea typeface="+mn-lt"/>
                <a:cs typeface="+mn-lt"/>
              </a:rPr>
              <a:t>nltk.pos_tag</a:t>
            </a:r>
            <a:r>
              <a:rPr lang="en-US" sz="2000" dirty="0">
                <a:latin typeface="Times New Roman"/>
                <a:ea typeface="+mn-lt"/>
                <a:cs typeface="+mn-lt"/>
              </a:rPr>
              <a:t>([PSA2[</a:t>
            </a:r>
            <a:r>
              <a:rPr lang="en-US" sz="2000" err="1">
                <a:latin typeface="Times New Roman"/>
                <a:ea typeface="+mn-lt"/>
                <a:cs typeface="+mn-lt"/>
              </a:rPr>
              <a:t>i</a:t>
            </a:r>
            <a:r>
              <a:rPr lang="en-US" sz="2000" dirty="0">
                <a:latin typeface="Times New Roman"/>
                <a:ea typeface="+mn-lt"/>
                <a:cs typeface="+mn-lt"/>
              </a:rPr>
              <a:t>]])) 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if a[0][1]!='IN': </a:t>
            </a:r>
          </a:p>
          <a:p>
            <a:r>
              <a:rPr lang="en-US" sz="2000" err="1">
                <a:latin typeface="Times New Roman"/>
                <a:ea typeface="+mn-lt"/>
                <a:cs typeface="+mn-lt"/>
              </a:rPr>
              <a:t>b.append</a:t>
            </a:r>
            <a:r>
              <a:rPr lang="en-US" sz="2000" dirty="0">
                <a:latin typeface="Times New Roman"/>
                <a:ea typeface="+mn-lt"/>
                <a:cs typeface="+mn-lt"/>
              </a:rPr>
              <a:t>(PSA2[</a:t>
            </a:r>
            <a:r>
              <a:rPr lang="en-US" sz="2000" err="1">
                <a:latin typeface="Times New Roman"/>
                <a:ea typeface="+mn-lt"/>
                <a:cs typeface="+mn-lt"/>
              </a:rPr>
              <a:t>i</a:t>
            </a:r>
            <a:r>
              <a:rPr lang="en-US" sz="2000" dirty="0">
                <a:latin typeface="Times New Roman"/>
                <a:ea typeface="+mn-lt"/>
                <a:cs typeface="+mn-lt"/>
              </a:rPr>
              <a:t>]) 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PSA3=" ".join(b) 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return PSA3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65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ea typeface="+mj-lt"/>
                <a:cs typeface="+mj-lt"/>
              </a:rPr>
              <a:t>Results</a:t>
            </a:r>
            <a:endParaRPr lang="en-US" sz="3200" dirty="0">
              <a:latin typeface="Times New Roman"/>
            </a:endParaRP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0B6AD1-0DD9-DC76-29D8-80E154318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2" y="1719648"/>
            <a:ext cx="9442623" cy="433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Conclusion</a:t>
            </a:r>
            <a:endParaRPr lang="en-US" b="1"/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616227" y="1720573"/>
            <a:ext cx="1127097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This AI-based educational evaluation system enhances the assessment landscape by integrating automation, contextual understanding, and security.</a:t>
            </a:r>
            <a:endParaRPr lang="en-US" sz="2000" dirty="0">
              <a:latin typeface="Times New Roman"/>
              <a:ea typeface="+mn-l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ea typeface="+mn-lt"/>
                <a:cs typeface="+mn-lt"/>
              </a:rPr>
              <a:t> With real-time feedback, reference-based grading, and controlled plagiarism detection, it not only reduces the burden on instructors but also encourages students to be original and proactive.</a:t>
            </a:r>
            <a:endParaRPr lang="en-US" sz="20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5329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ea typeface="+mj-lt"/>
                <a:cs typeface="+mj-lt"/>
              </a:rPr>
              <a:t>Future Scope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945740" y="1720573"/>
            <a:ext cx="1005589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</a:rPr>
              <a:t>Future work will involve developing an assessment system to address automatic evaluation of formulas, programs written in different programming languages and graphs of student answers with improved performance and throughput.</a:t>
            </a:r>
            <a:endParaRPr lang="en-US" sz="2000" dirty="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7210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BE3E-C7E8-A060-BF3E-F1B2A948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Times New Roman"/>
                <a:cs typeface="Times New Roman"/>
              </a:rPr>
              <a:t>REFERENCES</a:t>
            </a:r>
            <a:r>
              <a:rPr lang="en-IN" sz="3200" b="1" dirty="0">
                <a:latin typeface="Times New Roman"/>
                <a:cs typeface="Times New Roman"/>
              </a:rPr>
              <a:t> </a:t>
            </a:r>
            <a:endParaRPr lang="en-US" sz="3200" b="1" dirty="0">
              <a:latin typeface="Times New Roman"/>
              <a:cs typeface="Times New Roman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128C-6B73-32CF-095A-027B43EB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553" y="1568192"/>
            <a:ext cx="10711247" cy="47529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Johnson, K. (2003). The impact of grading on student motivation. Journal of Educational Research, 96(4), 211-218.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Kumar, A., Kumar, P., &amp; Gupta, S. (2017). Automated evaluation system using NLP and OCR. International Journal of Advanced Research in Computer Science, 8(3), 533-538.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Plamondon, R., &amp; Srihari, S. N. (2000). Online and off-line handwriting recognition: A comprehensive survey. IEEE Transactions on Pattern Analysis and Machine Intelligence, 22(1), 63-84.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Smith, R., Kumar, A., &amp; Singh, A. (2019). Tesseract-OCR: An open-source optical character recognition engine. International Journal of Scientific Research in Computer Science and Engineering, 7(3), 1-5.</a:t>
            </a:r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7787DD78-310E-9367-1505-C1E22081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2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06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GitHub Link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616227" y="1720573"/>
            <a:ext cx="1127097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</a:rPr>
              <a:t>https://github.com/vaishnavithondangi/AI-Eval-AI-Driven-Evaluation-for-Enhanced-Education-Using-Machine-Learning</a:t>
            </a:r>
            <a:endParaRPr lang="en-US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9627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CMR Technical Campus Department of CSE </vt:lpstr>
      <vt:lpstr>Index</vt:lpstr>
      <vt:lpstr>PowerPoint Presentation</vt:lpstr>
      <vt:lpstr>ABSTRACT:</vt:lpstr>
      <vt:lpstr>Existing System</vt:lpstr>
      <vt:lpstr>Disadvantage</vt:lpstr>
      <vt:lpstr>Proposed System</vt:lpstr>
      <vt:lpstr>Advantages</vt:lpstr>
      <vt:lpstr>REQUIREMENT ANALYSIS:  </vt:lpstr>
      <vt:lpstr>Novelty of project</vt:lpstr>
      <vt:lpstr>Architecture</vt:lpstr>
      <vt:lpstr>Modules</vt:lpstr>
      <vt:lpstr>UML Diagrams</vt:lpstr>
      <vt:lpstr>Sample Code</vt:lpstr>
      <vt:lpstr>Results</vt:lpstr>
      <vt:lpstr>Conclusion</vt:lpstr>
      <vt:lpstr>Future Scope</vt:lpstr>
      <vt:lpstr>REFERENCES  </vt:lpstr>
      <vt:lpstr>GitHub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450</cp:revision>
  <dcterms:created xsi:type="dcterms:W3CDTF">2025-04-18T13:21:44Z</dcterms:created>
  <dcterms:modified xsi:type="dcterms:W3CDTF">2025-04-19T04:54:04Z</dcterms:modified>
</cp:coreProperties>
</file>